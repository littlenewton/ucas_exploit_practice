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405" r:id="rId2"/>
    <p:sldId id="406" r:id="rId3"/>
    <p:sldId id="404" r:id="rId4"/>
    <p:sldId id="409" r:id="rId5"/>
    <p:sldId id="315" r:id="rId6"/>
    <p:sldId id="326" r:id="rId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2820"/>
    <a:srgbClr val="D8F6F8"/>
    <a:srgbClr val="E1F8F7"/>
    <a:srgbClr val="92D050"/>
    <a:srgbClr val="2795A4"/>
    <a:srgbClr val="FFFFCC"/>
    <a:srgbClr val="FF7C8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85388" autoAdjust="0"/>
  </p:normalViewPr>
  <p:slideViewPr>
    <p:cSldViewPr>
      <p:cViewPr varScale="1">
        <p:scale>
          <a:sx n="105" d="100"/>
          <a:sy n="105" d="100"/>
        </p:scale>
        <p:origin x="1280" y="200"/>
      </p:cViewPr>
      <p:guideLst>
        <p:guide orient="horz" pos="2160"/>
        <p:guide pos="2802"/>
      </p:guideLst>
    </p:cSldViewPr>
  </p:slideViewPr>
  <p:outlineViewPr>
    <p:cViewPr>
      <p:scale>
        <a:sx n="33" d="100"/>
        <a:sy n="33" d="100"/>
      </p:scale>
      <p:origin x="72" y="513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67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F99A4-3D89-426B-9B10-9124F9AB426E}" type="datetimeFigureOut">
              <a:rPr lang="zh-CN" altLang="en-US" smtClean="0"/>
              <a:t>2019/9/4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29F7B-682B-4325-B612-281EF0254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9446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F6B0E6E8-EC68-4B94-BECB-01FE5843A22C}" type="datetimeFigureOut">
              <a:rPr lang="zh-CN" altLang="en-US"/>
              <a:pPr>
                <a:defRPr/>
              </a:pPr>
              <a:t>2019/9/4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/>
            </a:lvl1pPr>
          </a:lstStyle>
          <a:p>
            <a:fld id="{A6E2E758-AF5E-403E-8886-D2B0E2F050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2644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13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E509461-BB2A-4380-AE77-26BE25D5F3C3}"/>
              </a:ext>
            </a:extLst>
          </p:cNvPr>
          <p:cNvSpPr/>
          <p:nvPr userDrawn="1"/>
        </p:nvSpPr>
        <p:spPr>
          <a:xfrm>
            <a:off x="0" y="0"/>
            <a:ext cx="9144000" cy="657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097727-7FAA-4CA8-8C19-7F60F95F6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27988" y="6611938"/>
            <a:ext cx="1049337" cy="246062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622820"/>
                </a:solidFill>
              </a:defRPr>
            </a:lvl1pPr>
          </a:lstStyle>
          <a:p>
            <a:fld id="{8A6D26B4-866C-4665-A6B1-E1D86A7FEB5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2032" y="550994"/>
            <a:ext cx="9144000" cy="0"/>
          </a:xfrm>
          <a:prstGeom prst="line">
            <a:avLst/>
          </a:prstGeom>
          <a:ln w="381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 userDrawn="1"/>
        </p:nvSpPr>
        <p:spPr>
          <a:xfrm>
            <a:off x="1988" y="4616"/>
            <a:ext cx="9142012" cy="523220"/>
          </a:xfrm>
          <a:prstGeom prst="rect">
            <a:avLst/>
          </a:prstGeom>
          <a:solidFill>
            <a:srgbClr val="E1F8F7"/>
          </a:solidFill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6228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charset="0"/>
                <a:ea typeface="隶书" charset="0"/>
                <a:cs typeface="+mn-ea"/>
                <a:sym typeface="+mn-ea"/>
              </a:rPr>
              <a:t>中国科学院大学网络空间安全学院专业研讨课</a:t>
            </a:r>
            <a:endParaRPr lang="zh-CN" altLang="en-US" sz="2800" b="1" noProof="1">
              <a:solidFill>
                <a:srgbClr val="6228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charset="0"/>
              <a:ea typeface="隶书" charset="0"/>
              <a:sym typeface="+mn-ea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2C74FA-F784-4AD8-AA57-699F0AD4F742}"/>
              </a:ext>
            </a:extLst>
          </p:cNvPr>
          <p:cNvSpPr>
            <a:spLocks noGrp="1"/>
          </p:cNvSpPr>
          <p:nvPr>
            <p:ph type="dt" sz="quarter" idx="15"/>
          </p:nvPr>
        </p:nvSpPr>
        <p:spPr>
          <a:xfrm>
            <a:off x="12032" y="6572250"/>
            <a:ext cx="1512887" cy="285750"/>
          </a:xfrm>
          <a:prstGeom prst="rect">
            <a:avLst/>
          </a:prstGeom>
        </p:spPr>
        <p:txBody>
          <a:bodyPr anchor="ctr"/>
          <a:lstStyle>
            <a:lvl1pPr>
              <a:defRPr sz="1400" b="1">
                <a:solidFill>
                  <a:srgbClr val="622820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D2D0DE7-F8FB-E14C-B58E-233D0D97F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4875" y="6572250"/>
            <a:ext cx="6513113" cy="285750"/>
          </a:xfrm>
          <a:prstGeom prst="rect">
            <a:avLst/>
          </a:prstGeom>
        </p:spPr>
        <p:txBody>
          <a:bodyPr anchor="ctr"/>
          <a:lstStyle>
            <a:lvl1pPr algn="ctr">
              <a:defRPr sz="1400" b="1">
                <a:solidFill>
                  <a:srgbClr val="62282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>
              <a:defRPr/>
            </a:pPr>
            <a:r>
              <a:rPr lang="en-US" altLang="zh-CN" dirty="0"/>
              <a:t>201M6022H </a:t>
            </a:r>
            <a:r>
              <a:rPr lang="zh-CN" altLang="en-US" dirty="0"/>
              <a:t>漏洞利用与攻防实践 霍玮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0545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95288" y="1052965"/>
            <a:ext cx="8353425" cy="5327650"/>
          </a:xfrm>
          <a:prstGeom prst="roundRect">
            <a:avLst>
              <a:gd name="adj" fmla="val 2624"/>
            </a:avLst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1800" y="764815"/>
            <a:ext cx="5760400" cy="43203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txBody>
          <a:bodyPr anchor="ctr"/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effectLst/>
                <a:latin typeface="Arial Narrow" pitchFamily="34" charset="0"/>
                <a:ea typeface="微软雅黑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28650" y="1412860"/>
            <a:ext cx="7886700" cy="4870903"/>
          </a:xfr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baseline="0" noProof="1" dirty="0" smtClean="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1pPr>
            <a:lvl2pPr marL="685800" indent="-228600">
              <a:lnSpc>
                <a:spcPct val="100000"/>
              </a:lnSpc>
              <a:defRPr lang="zh-CN" altLang="en-US" sz="2000" b="1" kern="1200" baseline="0" noProof="1" dirty="0" smtClean="0">
                <a:solidFill>
                  <a:schemeClr val="accent2">
                    <a:lumMod val="50000"/>
                  </a:schemeClr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8F55204-9083-4DDB-B485-A487CE5D0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27988" y="6611938"/>
            <a:ext cx="1049337" cy="246062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622820"/>
                </a:solidFill>
              </a:defRPr>
            </a:lvl1pPr>
          </a:lstStyle>
          <a:p>
            <a:fld id="{8A6D26B4-866C-4665-A6B1-E1D86A7FEB5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4064" y="490837"/>
            <a:ext cx="9144000" cy="0"/>
          </a:xfrm>
          <a:prstGeom prst="line">
            <a:avLst/>
          </a:prstGeom>
          <a:ln w="381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42C74FA-F784-4AD8-AA57-699F0AD4F742}"/>
              </a:ext>
            </a:extLst>
          </p:cNvPr>
          <p:cNvSpPr>
            <a:spLocks noGrp="1"/>
          </p:cNvSpPr>
          <p:nvPr>
            <p:ph type="dt" sz="quarter" idx="15"/>
          </p:nvPr>
        </p:nvSpPr>
        <p:spPr>
          <a:xfrm>
            <a:off x="24064" y="6543648"/>
            <a:ext cx="1512887" cy="285750"/>
          </a:xfrm>
          <a:prstGeom prst="rect">
            <a:avLst/>
          </a:prstGeom>
        </p:spPr>
        <p:txBody>
          <a:bodyPr anchor="ctr"/>
          <a:lstStyle>
            <a:lvl1pPr>
              <a:defRPr sz="1400" b="1">
                <a:solidFill>
                  <a:srgbClr val="622820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663B870-AC3F-AF4D-B60C-344DA0BA5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4875" y="6572250"/>
            <a:ext cx="6513113" cy="285750"/>
          </a:xfrm>
          <a:prstGeom prst="rect">
            <a:avLst/>
          </a:prstGeom>
        </p:spPr>
        <p:txBody>
          <a:bodyPr anchor="ctr"/>
          <a:lstStyle>
            <a:lvl1pPr algn="ctr">
              <a:defRPr sz="1400" b="1">
                <a:solidFill>
                  <a:srgbClr val="62282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>
              <a:defRPr/>
            </a:pPr>
            <a:r>
              <a:rPr lang="en-US" altLang="zh-CN" dirty="0"/>
              <a:t>201M6022H </a:t>
            </a:r>
            <a:r>
              <a:rPr lang="zh-CN" altLang="en-US" dirty="0"/>
              <a:t>漏洞利用与攻防实践 霍玮                 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F84518A-7121-054B-B703-FDEBE6C2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069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BB7E2F-7A66-4BB5-9155-B2AAD90F4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14875" y="6572250"/>
            <a:ext cx="6513113" cy="285750"/>
          </a:xfrm>
          <a:prstGeom prst="rect">
            <a:avLst/>
          </a:prstGeom>
        </p:spPr>
        <p:txBody>
          <a:bodyPr anchor="ctr"/>
          <a:lstStyle>
            <a:lvl1pPr algn="ctr">
              <a:defRPr sz="1400" b="1">
                <a:solidFill>
                  <a:srgbClr val="62282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>
              <a:defRPr/>
            </a:pPr>
            <a:r>
              <a:rPr lang="en-US" altLang="zh-CN"/>
              <a:t>201M6022H </a:t>
            </a:r>
            <a:r>
              <a:rPr lang="zh-CN" altLang="en-US"/>
              <a:t>漏洞利用与攻防实践 霍玮                 </a:t>
            </a:r>
            <a:endParaRPr lang="zh-CN" alt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42C74FA-F784-4AD8-AA57-699F0AD4F742}"/>
              </a:ext>
            </a:extLst>
          </p:cNvPr>
          <p:cNvSpPr>
            <a:spLocks noGrp="1"/>
          </p:cNvSpPr>
          <p:nvPr>
            <p:ph type="dt" sz="quarter" idx="15"/>
          </p:nvPr>
        </p:nvSpPr>
        <p:spPr>
          <a:xfrm>
            <a:off x="1988" y="6572250"/>
            <a:ext cx="1512887" cy="285750"/>
          </a:xfrm>
          <a:prstGeom prst="rect">
            <a:avLst/>
          </a:prstGeom>
        </p:spPr>
        <p:txBody>
          <a:bodyPr anchor="ctr"/>
          <a:lstStyle>
            <a:lvl1pPr>
              <a:defRPr sz="1400" b="1">
                <a:solidFill>
                  <a:srgbClr val="622820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5A22CF8-4731-457B-8AA0-C50A07A11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27988" y="6611938"/>
            <a:ext cx="1049337" cy="246062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622820"/>
                </a:solidFill>
              </a:defRPr>
            </a:lvl1pPr>
          </a:lstStyle>
          <a:p>
            <a:fld id="{8A6D26B4-866C-4665-A6B1-E1D86A7FEB5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657225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51520" y="764704"/>
            <a:ext cx="8640960" cy="5616624"/>
          </a:xfr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baseline="0" noProof="1" dirty="0" smtClean="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1pPr>
            <a:lvl2pPr marL="685800" indent="-228600">
              <a:lnSpc>
                <a:spcPct val="100000"/>
              </a:lnSpc>
              <a:defRPr lang="zh-CN" altLang="en-US" sz="2000" b="1" kern="1200" baseline="0" noProof="1" dirty="0" smtClean="0">
                <a:solidFill>
                  <a:schemeClr val="accent2">
                    <a:lumMod val="50000"/>
                  </a:schemeClr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2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10485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4FA52F7-A931-4C06-B8FB-5D9D877B5F6B}"/>
              </a:ext>
            </a:extLst>
          </p:cNvPr>
          <p:cNvSpPr/>
          <p:nvPr userDrawn="1"/>
        </p:nvSpPr>
        <p:spPr>
          <a:xfrm>
            <a:off x="0" y="0"/>
            <a:ext cx="9144000" cy="6572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0" name="Title Placeholder 1"/>
          <p:cNvSpPr>
            <a:spLocks noGrp="1" noChangeArrowheads="1"/>
          </p:cNvSpPr>
          <p:nvPr>
            <p:ph type="title" idx="4294967295"/>
            <p:custDataLst>
              <p:tags r:id="rId5"/>
            </p:custDataLst>
          </p:nvPr>
        </p:nvSpPr>
        <p:spPr bwMode="auto">
          <a:xfrm>
            <a:off x="107950" y="48006"/>
            <a:ext cx="8928100" cy="467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en-US" altLang="en-US" noProof="1"/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  <p:custDataLst>
              <p:tags r:id="rId6"/>
            </p:custDataLst>
          </p:nvPr>
        </p:nvSpPr>
        <p:spPr bwMode="auto">
          <a:xfrm>
            <a:off x="628650" y="908721"/>
            <a:ext cx="7886700" cy="554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F0AD01A-72BA-42B9-87F4-BE9676870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14875" y="6572250"/>
            <a:ext cx="6513113" cy="285750"/>
          </a:xfrm>
          <a:prstGeom prst="rect">
            <a:avLst/>
          </a:prstGeom>
        </p:spPr>
        <p:txBody>
          <a:bodyPr anchor="ctr"/>
          <a:lstStyle>
            <a:lvl1pPr algn="ctr">
              <a:defRPr sz="1400" b="1">
                <a:solidFill>
                  <a:srgbClr val="62282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>
              <a:defRPr/>
            </a:pPr>
            <a:r>
              <a:rPr lang="en-US" altLang="zh-CN" dirty="0"/>
              <a:t>201M6022H </a:t>
            </a:r>
            <a:r>
              <a:rPr lang="zh-CN" altLang="en-US" dirty="0"/>
              <a:t>漏洞利用与攻防实践 霍玮                 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4964BB-531C-43B1-B31F-3654AC0AF3EB}"/>
              </a:ext>
            </a:extLst>
          </p:cNvPr>
          <p:cNvSpPr>
            <a:spLocks noGrp="1"/>
          </p:cNvSpPr>
          <p:nvPr>
            <p:ph type="dt" sz="quarter" idx="2"/>
          </p:nvPr>
        </p:nvSpPr>
        <p:spPr>
          <a:xfrm>
            <a:off x="1988" y="6572250"/>
            <a:ext cx="1512887" cy="285750"/>
          </a:xfrm>
          <a:prstGeom prst="rect">
            <a:avLst/>
          </a:prstGeom>
        </p:spPr>
        <p:txBody>
          <a:bodyPr anchor="ctr"/>
          <a:lstStyle>
            <a:lvl1pPr>
              <a:defRPr sz="1400" b="1">
                <a:solidFill>
                  <a:srgbClr val="622820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cxnSp>
        <p:nvCxnSpPr>
          <p:cNvPr id="3" name="直接连接符 2"/>
          <p:cNvCxnSpPr/>
          <p:nvPr userDrawn="1"/>
        </p:nvCxnSpPr>
        <p:spPr>
          <a:xfrm flipV="1">
            <a:off x="47792" y="517358"/>
            <a:ext cx="9060113" cy="2269"/>
          </a:xfrm>
          <a:prstGeom prst="line">
            <a:avLst/>
          </a:prstGeom>
          <a:ln w="381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6" r:id="rId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altLang="en-US" sz="2800" b="1" kern="1200" dirty="0">
          <a:solidFill>
            <a:srgbClr val="622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Bodoni MT Condensed" pitchFamily="18" charset="0"/>
          <a:ea typeface="华文中宋" pitchFamily="2" charset="-122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Bodoni MT Condensed" pitchFamily="18" charset="0"/>
          <a:ea typeface="华文中宋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Bodoni MT Condensed" pitchFamily="18" charset="0"/>
          <a:ea typeface="华文中宋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Bodoni MT Condensed" pitchFamily="18" charset="0"/>
          <a:ea typeface="华文中宋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Bodoni MT Condensed" pitchFamily="18" charset="0"/>
          <a:ea typeface="华文中宋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34" charset="0"/>
          <a:ea typeface="黑体" pitchFamily="49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accent1"/>
        </a:buClr>
        <a:buFont typeface="Wingdings" pitchFamily="2" charset="2"/>
        <a:buChar char="m"/>
        <a:defRPr lang="zh-CN" altLang="en-US" sz="2400" b="1" kern="1200" dirty="0">
          <a:solidFill>
            <a:schemeClr val="tx1"/>
          </a:solidFill>
          <a:latin typeface="Arial Narrow" pitchFamily="34" charset="0"/>
          <a:ea typeface="微软雅黑" pitchFamily="34" charset="-122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accent1"/>
        </a:buClr>
        <a:buFont typeface="Wingdings" pitchFamily="2" charset="2"/>
        <a:buChar char="m"/>
        <a:defRPr lang="en-US" altLang="en-US" sz="2000" b="1" kern="1200" dirty="0">
          <a:solidFill>
            <a:schemeClr val="tx1"/>
          </a:solidFill>
          <a:latin typeface="Arial Narrow" pitchFamily="34" charset="0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accent1"/>
        </a:buClr>
        <a:buFont typeface="Wingdings" pitchFamily="2" charset="2"/>
        <a:buChar char="m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accent1"/>
        </a:buClr>
        <a:buFont typeface="Wingdings" pitchFamily="2" charset="2"/>
        <a:buChar char="m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chemeClr val="accent1"/>
        </a:buClr>
        <a:buFont typeface="Wingdings" pitchFamily="2" charset="2"/>
        <a:buChar char="m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>
            <a:spLocks noGrp="1"/>
          </p:cNvSpPr>
          <p:nvPr/>
        </p:nvSpPr>
        <p:spPr>
          <a:xfrm>
            <a:off x="1835696" y="4233185"/>
            <a:ext cx="6359525" cy="1119187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XXXXXX</a:t>
            </a:r>
            <a:r>
              <a:rPr lang="zh-CN" altLang="en-US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XX</a:t>
            </a:r>
          </a:p>
          <a:p>
            <a:pPr algn="l">
              <a:defRPr/>
            </a:pPr>
            <a:r>
              <a:rPr lang="en-US" altLang="zh-CN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XXX</a:t>
            </a:r>
            <a:r>
              <a:rPr lang="zh-CN" altLang="en-US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en-US" altLang="zh-CN" sz="2800" b="1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XX</a:t>
            </a:r>
            <a:endParaRPr lang="zh-CN" altLang="en-US" sz="2800" b="1" noProof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副标题 2"/>
          <p:cNvSpPr>
            <a:spLocks noGrp="1"/>
          </p:cNvSpPr>
          <p:nvPr/>
        </p:nvSpPr>
        <p:spPr>
          <a:xfrm>
            <a:off x="11750" y="1020212"/>
            <a:ext cx="9143999" cy="53658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 b="1" noProof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2019-2020</a:t>
            </a:r>
            <a:r>
              <a:rPr lang="zh-CN" altLang="en-US" sz="2800" b="1" noProof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学年秋季学期</a:t>
            </a:r>
          </a:p>
        </p:txBody>
      </p:sp>
      <p:sp>
        <p:nvSpPr>
          <p:cNvPr id="13" name="文本占位符 2"/>
          <p:cNvSpPr txBox="1"/>
          <p:nvPr/>
        </p:nvSpPr>
        <p:spPr bwMode="auto">
          <a:xfrm>
            <a:off x="1393231" y="2067030"/>
            <a:ext cx="6359525" cy="1521147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lang="zh-CN" altLang="en-US" sz="2800" b="1" kern="1200" baseline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lang="en-US" altLang="en-US" sz="20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zh-CN" altLang="en-US" sz="3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漏洞利用与攻防实践</a:t>
            </a:r>
          </a:p>
          <a:p>
            <a:pPr fontAlgn="auto">
              <a:defRPr/>
            </a:pPr>
            <a:r>
              <a:rPr lang="en-US" altLang="zh-CN" sz="2400" i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E</a:t>
            </a:r>
            <a:r>
              <a: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xploiting Software Vulnerability-Techniques and Practice</a:t>
            </a:r>
            <a:endParaRPr lang="en-US" altLang="zh-CN" sz="2400" i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6381328"/>
            <a:ext cx="9110546" cy="41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8533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91640" y="692785"/>
            <a:ext cx="5760085" cy="108267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defRPr/>
            </a:pPr>
            <a:r>
              <a:rPr sz="27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漏洞利用与攻防实践</a:t>
            </a:r>
            <a:endParaRPr lang="zh-CN" altLang="en-US" sz="27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  <a:p>
            <a:pPr fontAlgn="auto">
              <a:defRPr/>
            </a:pPr>
            <a:r>
              <a:rPr sz="2000" i="1">
                <a:latin typeface="Times New Roman" panose="02020603050405020304" pitchFamily="18" charset="0"/>
                <a:sym typeface="+mn-ea"/>
              </a:rPr>
              <a:t>Exploiting Software Vulnerability-Techniques and Practice</a:t>
            </a:r>
            <a:endParaRPr lang="en-US" altLang="zh-CN" sz="2000" i="1" noProof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副标题 2"/>
          <p:cNvSpPr>
            <a:spLocks noGrp="1"/>
          </p:cNvSpPr>
          <p:nvPr/>
        </p:nvSpPr>
        <p:spPr>
          <a:xfrm>
            <a:off x="3419475" y="6021388"/>
            <a:ext cx="2432050" cy="4254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zh-CN" sz="2800" b="1" noProof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  <a:ea typeface="方正姚体" panose="02010601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88" y="-36000"/>
            <a:ext cx="9166396" cy="523220"/>
          </a:xfrm>
          <a:prstGeom prst="rect">
            <a:avLst/>
          </a:prstGeom>
          <a:solidFill>
            <a:srgbClr val="D8F6F8"/>
          </a:solidFill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6228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  <a:cs typeface="+mn-ea"/>
                <a:sym typeface="+mn-ea"/>
              </a:rPr>
              <a:t>中国科学院大学网络空间安全学院专业研讨课</a:t>
            </a:r>
            <a:endParaRPr lang="zh-CN" altLang="en-US" sz="2800" b="1" noProof="1">
              <a:solidFill>
                <a:srgbClr val="6228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  <a:sym typeface="+mn-ea"/>
            </a:endParaRPr>
          </a:p>
        </p:txBody>
      </p:sp>
      <p:sp>
        <p:nvSpPr>
          <p:cNvPr id="15" name="标题 1"/>
          <p:cNvSpPr txBox="1"/>
          <p:nvPr/>
        </p:nvSpPr>
        <p:spPr bwMode="auto">
          <a:xfrm>
            <a:off x="639430" y="2338584"/>
            <a:ext cx="78867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3200" b="1" kern="12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anose="02070606080606020203" pitchFamily="18" charset="0"/>
                <a:ea typeface="华文中宋" panose="02010600040101010101" pitchFamily="2" charset="-122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anose="02070606080606020203" pitchFamily="18" charset="0"/>
                <a:ea typeface="华文中宋" panose="02010600040101010101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anose="02070606080606020203" pitchFamily="18" charset="0"/>
                <a:ea typeface="华文中宋" panose="02010600040101010101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anose="02070606080606020203" pitchFamily="18" charset="0"/>
                <a:ea typeface="华文中宋" panose="02010600040101010101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anose="02070606080606020203" pitchFamily="18" charset="0"/>
                <a:ea typeface="华文中宋" panose="02010600040101010101" pitchFamily="2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fontAlgn="auto">
              <a:lnSpc>
                <a:spcPct val="150000"/>
              </a:lnSpc>
              <a:defRPr/>
            </a:pPr>
            <a:r>
              <a:rPr lang="en-US" altLang="zh-CN" sz="3600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3600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altLang="zh-CN" sz="3600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3600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次课</a:t>
            </a:r>
            <a:r>
              <a:rPr lang="en-US" altLang="zh-CN" sz="3600" noProof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  <a:r>
              <a:rPr lang="en-US" altLang="zh-CN" sz="3600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endParaRPr lang="zh-CN" altLang="en-US" sz="3600" noProof="1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807EC-ECDE-4944-9D20-2B99D74CA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D26B4-866C-4665-A6B1-E1D86A7FEB5A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855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内容占位符 3">
            <a:extLst>
              <a:ext uri="{FF2B5EF4-FFF2-40B4-BE49-F238E27FC236}">
                <a16:creationId xmlns:a16="http://schemas.microsoft.com/office/drawing/2014/main" id="{B4EE4F3F-9885-4373-B9C8-595F124EA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1800" y="755316"/>
            <a:ext cx="5760400" cy="52701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概 要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B06BA7-A70D-4452-95AB-78DE11B379C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B4EE4F3F-9885-4373-B9C8-595F124EAED6}"/>
              </a:ext>
            </a:extLst>
          </p:cNvPr>
          <p:cNvSpPr txBox="1">
            <a:spLocks/>
          </p:cNvSpPr>
          <p:nvPr/>
        </p:nvSpPr>
        <p:spPr bwMode="auto">
          <a:xfrm>
            <a:off x="1359893" y="1610962"/>
            <a:ext cx="6823075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m"/>
              <a:defRPr lang="zh-CN" altLang="en-US" sz="2400" b="1" kern="1200" dirty="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m"/>
              <a:defRPr lang="en-US" altLang="en-US" sz="2000" b="1" kern="1200" dirty="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m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m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m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DF2A5D3-DD95-46A9-8198-94A7858933D0}"/>
              </a:ext>
            </a:extLst>
          </p:cNvPr>
          <p:cNvSpPr txBox="1">
            <a:spLocks/>
          </p:cNvSpPr>
          <p:nvPr/>
        </p:nvSpPr>
        <p:spPr bwMode="auto">
          <a:xfrm>
            <a:off x="59564" y="20517"/>
            <a:ext cx="7363921" cy="50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altLang="en-US" sz="2800" b="1" kern="1200" dirty="0">
                <a:solidFill>
                  <a:srgbClr val="6228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itchFamily="18" charset="0"/>
                <a:ea typeface="华文中宋" pitchFamily="2" charset="-122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itchFamily="18" charset="0"/>
                <a:ea typeface="华文中宋" pitchFamily="2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itchFamily="18" charset="0"/>
                <a:ea typeface="华文中宋" pitchFamily="2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itchFamily="18" charset="0"/>
                <a:ea typeface="华文中宋" pitchFamily="2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Bodoni MT Condensed" pitchFamily="18" charset="0"/>
                <a:ea typeface="华文中宋" pitchFamily="2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r>
              <a:rPr lang="en-US" altLang="zh-CN" noProof="1">
                <a:latin typeface="隶书" panose="02010509060101010101" pitchFamily="49" charset="-122"/>
                <a:ea typeface="隶书" panose="02010509060101010101" pitchFamily="49" charset="-122"/>
              </a:rPr>
              <a:t>[</a:t>
            </a:r>
            <a:r>
              <a:rPr lang="zh-CN" altLang="en-US" noProof="1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i="1" noProof="1"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noProof="1">
                <a:latin typeface="隶书" panose="02010509060101010101" pitchFamily="49" charset="-122"/>
                <a:ea typeface="隶书" panose="02010509060101010101" pitchFamily="49" charset="-122"/>
              </a:rPr>
              <a:t>次课</a:t>
            </a:r>
            <a:r>
              <a:rPr lang="en-US" altLang="zh-CN" noProof="1">
                <a:latin typeface="隶书" panose="02010509060101010101" pitchFamily="49" charset="-122"/>
                <a:ea typeface="隶书" panose="02010509060101010101" pitchFamily="49" charset="-122"/>
              </a:rPr>
              <a:t>] </a:t>
            </a:r>
            <a:r>
              <a:rPr lang="zh-CN" altLang="en-US" noProof="1">
                <a:latin typeface="隶书" panose="02010509060101010101" pitchFamily="49" charset="-122"/>
                <a:ea typeface="隶书" panose="02010509060101010101" pitchFamily="49" charset="-122"/>
              </a:rPr>
              <a:t>章节名称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0535CCCA-B477-3345-A3D2-E6331E719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027988" y="6611938"/>
            <a:ext cx="1049337" cy="246062"/>
          </a:xfrm>
        </p:spPr>
        <p:txBody>
          <a:bodyPr/>
          <a:lstStyle/>
          <a:p>
            <a:fld id="{8A6D26B4-866C-4665-A6B1-E1D86A7FEB5A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42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A7863A8-9F65-AF4B-8A76-15372CD6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B9837-B059-634A-AE0C-899B5342121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CAD79-042D-FB4E-9505-8519FDC0A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D26B4-866C-4665-A6B1-E1D86A7FEB5A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DA09EAC-FBCC-3344-8A20-9F380799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223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480175" cy="5842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6228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内容标题</a:t>
            </a:r>
            <a:endParaRPr lang="zh-CN" dirty="0">
              <a:solidFill>
                <a:srgbClr val="62282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012" name="内容占位符 4"/>
          <p:cNvSpPr>
            <a:spLocks noGrp="1"/>
          </p:cNvSpPr>
          <p:nvPr>
            <p:ph idx="4294967295"/>
          </p:nvPr>
        </p:nvSpPr>
        <p:spPr>
          <a:xfrm>
            <a:off x="0" y="1052513"/>
            <a:ext cx="7886700" cy="5329237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  <a:defRPr/>
            </a:pPr>
            <a:endParaRPr lang="en-US" altLang="zh-CN" dirty="0"/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endParaRPr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B1BA2-E5E7-0E4E-9F3B-6290526B7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D26B4-866C-4665-A6B1-E1D86A7FEB5A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/>
          <p:cNvSpPr>
            <a:spLocks noGrp="1"/>
          </p:cNvSpPr>
          <p:nvPr/>
        </p:nvSpPr>
        <p:spPr>
          <a:xfrm>
            <a:off x="3419475" y="6021388"/>
            <a:ext cx="2432050" cy="4254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zh-CN" sz="2800" b="1" noProof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itchFamily="18" charset="0"/>
              <a:ea typeface="方正姚体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88" y="-72000"/>
            <a:ext cx="9142012" cy="523220"/>
          </a:xfrm>
          <a:prstGeom prst="rect">
            <a:avLst/>
          </a:prstGeom>
          <a:solidFill>
            <a:srgbClr val="D8F6F8"/>
          </a:solidFill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solidFill>
                  <a:srgbClr val="6228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charset="0"/>
                <a:ea typeface="隶书" charset="0"/>
                <a:cs typeface="+mn-ea"/>
                <a:sym typeface="+mn-ea"/>
              </a:rPr>
              <a:t>中国科学院大学网络空间安全学院专业研讨课</a:t>
            </a:r>
            <a:endParaRPr lang="zh-CN" altLang="en-US" sz="2800" b="1" noProof="1">
              <a:solidFill>
                <a:srgbClr val="62282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charset="0"/>
              <a:ea typeface="隶书" charset="0"/>
              <a:sym typeface="+mn-ea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983AECA0-8A39-4344-B081-978A1FB8B3F5}"/>
              </a:ext>
            </a:extLst>
          </p:cNvPr>
          <p:cNvSpPr>
            <a:spLocks noGrp="1"/>
          </p:cNvSpPr>
          <p:nvPr/>
        </p:nvSpPr>
        <p:spPr>
          <a:xfrm>
            <a:off x="2843808" y="2487118"/>
            <a:ext cx="2880201" cy="149860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9600" b="1" spc="50" noProof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ootlight MT Light" pitchFamily="18" charset="0"/>
                <a:ea typeface="楷体" charset="0"/>
              </a:rPr>
              <a:t>Q&amp;A</a:t>
            </a:r>
            <a:endParaRPr lang="zh-CN" altLang="en-US" sz="9600" b="1" spc="50" noProof="1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ootlight MT Light" pitchFamily="18" charset="0"/>
              <a:ea typeface="楷体" charset="0"/>
            </a:endParaRPr>
          </a:p>
          <a:p>
            <a:pPr>
              <a:defRPr/>
            </a:pPr>
            <a:endParaRPr lang="zh-CN" altLang="en-US" sz="5400" b="1" spc="50" noProof="1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楷体" charset="0"/>
              <a:ea typeface="楷体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FE9FF6-9B70-BD47-867F-3191B7497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D26B4-866C-4665-A6B1-E1D86A7FEB5A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3226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4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4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4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4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457"/>
</p:tagLst>
</file>

<file path=ppt/theme/theme1.xml><?xml version="1.0" encoding="utf-8"?>
<a:theme xmlns:a="http://schemas.openxmlformats.org/drawingml/2006/main" name="A000120140530A99PPBG">
  <a:themeElements>
    <a:clrScheme name="457.17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22B1DE"/>
      </a:accent1>
      <a:accent2>
        <a:srgbClr val="0B99F9"/>
      </a:accent2>
      <a:accent3>
        <a:srgbClr val="7B93D7"/>
      </a:accent3>
      <a:accent4>
        <a:srgbClr val="8980CE"/>
      </a:accent4>
      <a:accent5>
        <a:srgbClr val="3DBFD1"/>
      </a:accent5>
      <a:accent6>
        <a:srgbClr val="FFC000"/>
      </a:accent6>
      <a:hlink>
        <a:srgbClr val="92D05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软件安全与脆弱性分析2017秋季（高对比度，自用模板）" id="{94E05BF4-BF8E-413D-A4B3-622970EC04C7}" vid="{A615E6FF-DD63-489A-B130-35253202B7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软件安全原理(2018-2019秋季） 课程设计 zw 201806</Template>
  <TotalTime>12562</TotalTime>
  <Pages>0</Pages>
  <Words>72</Words>
  <Characters>0</Characters>
  <Application>Microsoft Macintosh PowerPoint</Application>
  <DocSecurity>0</DocSecurity>
  <PresentationFormat>全屏显示(4:3)</PresentationFormat>
  <Lines>0</Lines>
  <Paragraphs>21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华文中宋</vt:lpstr>
      <vt:lpstr>楷体</vt:lpstr>
      <vt:lpstr>隶书</vt:lpstr>
      <vt:lpstr>微软雅黑</vt:lpstr>
      <vt:lpstr>幼圆</vt:lpstr>
      <vt:lpstr>Arial</vt:lpstr>
      <vt:lpstr>Arial Narrow</vt:lpstr>
      <vt:lpstr>Bodoni MT Condensed</vt:lpstr>
      <vt:lpstr>Calibri</vt:lpstr>
      <vt:lpstr>Californian FB</vt:lpstr>
      <vt:lpstr>Footlight MT Light</vt:lpstr>
      <vt:lpstr>Times New Roman</vt:lpstr>
      <vt:lpstr>Wingdings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内容标题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邹维</dc:creator>
  <cp:lastModifiedBy>z Erica</cp:lastModifiedBy>
  <cp:revision>60</cp:revision>
  <dcterms:created xsi:type="dcterms:W3CDTF">2018-06-26T07:11:17Z</dcterms:created>
  <dcterms:modified xsi:type="dcterms:W3CDTF">2019-09-04T01:44:37Z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