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handoutMasterIdLst>
    <p:handoutMasterId r:id="rId34"/>
  </p:handoutMasterIdLst>
  <p:sldIdLst>
    <p:sldId id="405" r:id="rId2"/>
    <p:sldId id="406" r:id="rId3"/>
    <p:sldId id="404" r:id="rId4"/>
    <p:sldId id="409" r:id="rId5"/>
    <p:sldId id="315" r:id="rId6"/>
    <p:sldId id="410" r:id="rId7"/>
    <p:sldId id="411" r:id="rId8"/>
    <p:sldId id="413" r:id="rId9"/>
    <p:sldId id="412" r:id="rId10"/>
    <p:sldId id="414" r:id="rId11"/>
    <p:sldId id="420" r:id="rId12"/>
    <p:sldId id="421" r:id="rId13"/>
    <p:sldId id="435" r:id="rId14"/>
    <p:sldId id="434" r:id="rId15"/>
    <p:sldId id="430" r:id="rId16"/>
    <p:sldId id="439" r:id="rId17"/>
    <p:sldId id="440" r:id="rId18"/>
    <p:sldId id="423" r:id="rId19"/>
    <p:sldId id="424" r:id="rId20"/>
    <p:sldId id="425" r:id="rId21"/>
    <p:sldId id="426" r:id="rId22"/>
    <p:sldId id="436" r:id="rId23"/>
    <p:sldId id="427" r:id="rId24"/>
    <p:sldId id="428" r:id="rId25"/>
    <p:sldId id="432" r:id="rId26"/>
    <p:sldId id="438" r:id="rId27"/>
    <p:sldId id="433" r:id="rId28"/>
    <p:sldId id="429" r:id="rId29"/>
    <p:sldId id="441" r:id="rId30"/>
    <p:sldId id="442" r:id="rId31"/>
    <p:sldId id="326" r:id="rId3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黑体" pitchFamily="49" charset="-122"/>
        <a:cs typeface="+mn-cs"/>
      </a:defRPr>
    </a:lvl5pPr>
    <a:lvl6pPr marL="2286000" algn="l" defTabSz="914400" rtl="0" eaLnBrk="1" latinLnBrk="0" hangingPunct="1">
      <a:defRPr kern="1200">
        <a:solidFill>
          <a:schemeClr val="tx1"/>
        </a:solidFill>
        <a:latin typeface="Arial" pitchFamily="34" charset="0"/>
        <a:ea typeface="黑体" pitchFamily="49" charset="-122"/>
        <a:cs typeface="+mn-cs"/>
      </a:defRPr>
    </a:lvl6pPr>
    <a:lvl7pPr marL="2743200" algn="l" defTabSz="914400" rtl="0" eaLnBrk="1" latinLnBrk="0" hangingPunct="1">
      <a:defRPr kern="1200">
        <a:solidFill>
          <a:schemeClr val="tx1"/>
        </a:solidFill>
        <a:latin typeface="Arial" pitchFamily="34" charset="0"/>
        <a:ea typeface="黑体" pitchFamily="49" charset="-122"/>
        <a:cs typeface="+mn-cs"/>
      </a:defRPr>
    </a:lvl7pPr>
    <a:lvl8pPr marL="3200400" algn="l" defTabSz="914400" rtl="0" eaLnBrk="1" latinLnBrk="0" hangingPunct="1">
      <a:defRPr kern="1200">
        <a:solidFill>
          <a:schemeClr val="tx1"/>
        </a:solidFill>
        <a:latin typeface="Arial" pitchFamily="34" charset="0"/>
        <a:ea typeface="黑体" pitchFamily="49" charset="-122"/>
        <a:cs typeface="+mn-cs"/>
      </a:defRPr>
    </a:lvl8pPr>
    <a:lvl9pPr marL="3657600" algn="l" defTabSz="914400" rtl="0" eaLnBrk="1" latinLnBrk="0" hangingPunct="1">
      <a:defRPr kern="1200">
        <a:solidFill>
          <a:schemeClr val="tx1"/>
        </a:solidFill>
        <a:latin typeface="Arial" pitchFamily="34" charset="0"/>
        <a:ea typeface="黑体"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0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2820"/>
    <a:srgbClr val="D8F6F8"/>
    <a:srgbClr val="E1F8F7"/>
    <a:srgbClr val="92D050"/>
    <a:srgbClr val="2795A4"/>
    <a:srgbClr val="FFFFCC"/>
    <a:srgbClr val="FF7C8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14" autoAdjust="0"/>
    <p:restoredTop sz="85360" autoAdjust="0"/>
  </p:normalViewPr>
  <p:slideViewPr>
    <p:cSldViewPr>
      <p:cViewPr varScale="1">
        <p:scale>
          <a:sx n="132" d="100"/>
          <a:sy n="132" d="100"/>
        </p:scale>
        <p:origin x="1144" y="184"/>
      </p:cViewPr>
      <p:guideLst>
        <p:guide orient="horz" pos="2160"/>
        <p:guide pos="2802"/>
      </p:guideLst>
    </p:cSldViewPr>
  </p:slideViewPr>
  <p:outlineViewPr>
    <p:cViewPr>
      <p:scale>
        <a:sx n="33" d="100"/>
        <a:sy n="33" d="100"/>
      </p:scale>
      <p:origin x="72" y="5133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2" d="100"/>
          <a:sy n="52" d="100"/>
        </p:scale>
        <p:origin x="2674"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5F99A4-3D89-426B-9B10-9124F9AB426E}" type="datetimeFigureOut">
              <a:rPr lang="zh-CN" altLang="en-US" smtClean="0"/>
              <a:t>2019/9/24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729F7B-682B-4325-B612-281EF0254699}" type="slidenum">
              <a:rPr lang="zh-CN" altLang="en-US" smtClean="0"/>
              <a:t>‹#›</a:t>
            </a:fld>
            <a:endParaRPr lang="zh-CN" altLang="en-US"/>
          </a:p>
        </p:txBody>
      </p:sp>
    </p:spTree>
    <p:extLst>
      <p:ext uri="{BB962C8B-B14F-4D97-AF65-F5344CB8AC3E}">
        <p14:creationId xmlns:p14="http://schemas.microsoft.com/office/powerpoint/2010/main" val="310094468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3:56.497"/>
    </inkml:context>
    <inkml:brush xml:id="br0">
      <inkml:brushProperty name="width" value="0.05" units="cm"/>
      <inkml:brushProperty name="height" value="0.05" units="cm"/>
      <inkml:brushProperty name="color" value="#F0E8E7"/>
    </inkml:brush>
  </inkml:definitions>
  <inkml:trace contextRef="#ctx0" brushRef="#br0">1719 243 24575,'-23'0'0,"-3"0"0,-11 0 0,-11 0 0,-4 0 0,0 0 0,-8 0 0,8 0 0,-11 0 0,-8 0 0,-2 0 0,7 0 0,-18 0 0,41 0 0,-31 0 0,27 0 0,-10 0 0,7 0 0,7 0 0,12 0 0,5 0 0,6 0 0,9 0 0,6 0 0,19 0 0,21 5 0,17 5 0,18 13 0,10 6 0,2 5 0,-34-15 0,-1-2 0,21 7 0,23 4 0,-30-12 0,18 7 0,-22-7 0,-12-2 0,-10-5 0,-18-4 0,-2-2 0,-17-3 0,-18 0 0,-27-5 0,-27-7 0,-23-1-556,44 1 1,-2 0 555,-3 5 0,1 0 0,-30-11-148,36 12 1,3 0 147,-13-4 0,-18 3 0,33-2 0,4 9 0,24-4 1093,3 4-1093,63 0 0,5 0 0,-2 0 0,3 0-115,-1 0 1,0 0 114,45 0 0,-14 4 0,8 3 0,-31 8 0,11 1 0,-23 0 0,-16-3 0,-8-5 0,-14-1 0,-3 1 542,-5-1-542,-6-4 0,-14 0 0,-7 1 0,-12-3 0,4 7 0,2-3 0,9 0 0,1-2 0,9-3 0,18 0 0,16-13 0,9 2 0,15-17 0,-9 8 0,6-3 0,-7 5 0,-11 4 0,-7 2 0,-7 5 0,-11 3 0,-21 1 0,-20 3 0,-11 0 0,-11 0 0,5 4 0,0-2 0,1 7 0,17-5 0,8 2 0,15-3 0,14-3 0,28 0 0,23-5 0,31-7 0,17-7-504,-13 1 504,10 0 0,-29 7 0,0 5 0,-20 1 0,-10 5 0,-18 0 0,-8 0 0,-42 0 504,-14 0-504,-40 0 0,19 0 0,-24 0 0,31 5 0,-11-4 0,22 8 0,13-8 0,11 3 0,19-4 0,23 0 0,31 0 0,26 0 0,24 0 0,-19 0 0,14 0 0,-39-4 0,10 2 0,-25-6 0,-6 7 0,-17-2 0,-4 3 0,-17 0 0,-29 0 0,-19 0 0,-12 0 0,-3 0 0,5 0 0,5 0 0,1 0 0,21 0 0,11 0 0,10 0 0,12 0 0,29 0 0,28-11 0,38-3-320,-37-1 1,-1-1 319,33-4 0,6-9 0,-33 18 0,4-5 0,-18 7 0,-13 3 0,-17 3 0,-10 3 0,-31 0 639,-19 0-639,-14 4 0,-18 2 0,18 9 0,-11-3 0,18 3 0,3-5 0,22-2 0,6 0 0,16-4 0,31-1 0,12-8 0,14-4 0,2-2 0,-16-6 0,-1 6 0,-11-1 0,-10 4 0,-15 4 0,-28 1 0,-29 3 0,-26 0 0,6 0 0,-15 0 0,23 5 0,-6 0 0,12 6 0,23-2 0,7 0 0,16-5 0,9 3 0,10-6 0,20 2 0,10-3 0,23 0 0,-11 0 0,4-4 0,-13-2 0,-5-2 0,-5-1 0,-6 1 0,-9 4 0,-3-3 0,-23 6 0,-18-2 0,-20 3 0,-4 0 0,-6 0 0,6 0 0,0 0 0,7 4 0,12-3 0,13 7 0,9-7 0,20 2 0,25-3 0,25 0 0,19 0 0,-7 0 0,-4-4 0,-12 3 0,-7-8 0,-10 8 0,-12-3 0,-30 4 0,-20 0 0,-30 0 0,-14 5 0,-14 7 0,25 0 0,-21 4 0,36-6 0,-10 0 0,24-1 0,8-1 0,14-4 0,12 0 0,20-4 0,22 0 0,3-4 0,8-2 0,-11-8 0,1 4 0,-7-4 0,-7 5 0,-13 5 0,-2 0 0,-20 4 0,-11 0 0,-13 0 0,-13 0 0,-2 0 0,-5 0 0,-1 0 0,12 0 0,2 0 0,15 0 0,5 0 0,5 0 0,13 0 0,13 0 0,11 0 0,16-5 0,1 0 0,7-9 0,-12 3 0,-2-2 0,-15 4 0,-2 5 0,-7-3 0,-8 7 0,-30-3 0,-5 3 0,-19 0 0,2 0 0,4 4 0,5 1 0,8 0 0,11 2 0,8-6 0,17 2 0,23-3 0,8 0 0,18 0 0,-4 0 0,-5 0 0,4 0 0,-18 0 0,-5 0 0,-10 0 0,-5 0 0,-8 3 0,-6 1 0,-10 7 0,-8-2 0,-9 8 0,3-4 0,-3 1 0,9-3 0,5-3 0,5-1 0,4-3 0,-2-1 0,-12-3 0,-5 0 0,-10 0 0,-13 0 0,4 0 0,-5 0 0,8 0 0,5 0 0,10 0 0,2 0 0,14 0 0,12 0 0,20 0 0,21 0 0,15-5 0,-5 0 0,8-5 0,-14 0 0,4 4 0,-8-2 0,-15 7 0,-3-4 0,-12 5 0,-10 0 0,-23 0 0,-19 0 0,-24 0 0,-8 5 0,11 1 0,-14 5 0,22-1 0,-12-4 0,20 2 0,10-7 0,14 3 0,5-4 0,11 0 0,24 0 0,18 0 0,20-9 0,22 1 0,-24-7 0,27 3 0,-29 2 0,18-1 0,-20 5 0,-7 2 0,-18 4 0,-11 0 0,-4 0 0,-36 0 0,-1 0 0,-37 4 0,12 2 0,1 4 0,13-1 0,6-1 0,14 0 0,2-3 0,27-2 0,11-3 0,14 0 0,18 0 0,-10-5 0,5 0 0,-13-4 0,-11 1 0,-7 3 0,-7-2 0,-14 7 0,-26-4 0,-16 4 0,-13 0 0,-6 0 0,6 0 0,0 0 0,7 0 0,12 0 0,13 0 0,9 0 0,14 0 0,22 0 0,8 0 0,19 0 0,-3 0 0,0-4 0,-7 3 0,-12-6 0,-5 3 0,-8-1 0,-2 2 0,-3 0 0,-9 2 0,-13-2 0,-11 3 0,-16 0 0,4 0 0,0 0 0,8 0 0,9 0 0,5 0 0,6 0 0,9 0 0,14 0 0,10 0 0,14-4 0,5 3 0,-4-7 0,4 7 0,-11-3 0,-1 0 0,-13 3 0,2-3 0,-11 4 0,-1-3 0,-10 3 0,-15-3 0,-4 3 0,-14 0 0,14 0 0,-3 0 0,10 0 0,3 0 0,11 0 0,15-4 0,12-1 0,5-4 0,0 0 0,-11 4 0,0-2 0,-9 6 0,0-2 0,-4 3 0,-9 0 0,1 0 0,-13 0 0,6 0 0,-6 0 0,6 0 0,-3 0 0,4 0 0,4-3 0,0-1 0,-9 1 0,3-3 0,-20 1 0,2 0 0,-10 1 0,-5 4 0,-2 0 0,0 0 0,2 0 0,11 0 0,1 0 0,12 0 0,3 0 0,8 0 0,9 0 0,8 0 0,9 0 0,11 0 0,2 0 0,-1 0 0,-1 0 0,-5 0 0,-4 0 0,-1 0 0,-9 0 0,0 0 0,-4 0 0,-6 0 0,-10 0 0,-8 0 0,-13 0 0,-2 0 0,-4 0 0,-1 4 0,6-3 0,5 3 0,6-4 0,9 0 0,9 0 0,17 0 0,16 0 0,7-4 0,10-1 0,-4-5 0,-1 0 0,-5 1 0,-13 4 0,-9-2 0,-5 7 0,-4-3 0,-13 3 0,-4 0 0,-18 0 0,-10 0 0,0 0 0,1 0 0,7 3 0,5 2 0,8 0 0,2-2 0,11 0 0,9-2 0,14 2 0,10-3 0,7 0 0,-9 0 0,2 0 0,-16 0 0,2 0 0,-8 0 0,-6 0 0,-15 0 0,-9 0 0,-26 0 0,10 0 0,-15 0 0,10 4 0,0-2 0,7 6 0,11-7 0,6 2 0,9 0 0,9-2 0,16 2 0,7-3 0,14 0 0,-8 4 0,-2-3 0,-5 3 0,-5-1 0,-3-2 0,-2 2 0,-6 0 0,-10 1 0,-19 4 0,-1 0 0,-21 2 0,14-1 0,-9 0 0,10 3 0,2-2 0,9 2 0,5-5 0,9 1 0,4-2 0,9-2 0,23-1 0,12-3 0,30 0 0,2 0 0,-7 0 0,3 0 0,-12 0 0,0 0 0,-7 4 0,-13-3 0,-7 3 0,-13 0 0,-2-4 0,-11 6 0,-4-5 0,-23 6 0,-14-1 0,-8 0 0,-16 3 0,10-8 0,-6 8 0,6-4 0,14 1 0,11-2 0,7-4 0,22 0 0,4 0 0,30 0 0,8 0 0,5-5 0,6 0 0,-12-1 0,-2-2 0,-15 7 0,2-3 0,-17 4 0,3-3 0,-8 2 0,-9-2 0,-12 3 0,-7 0 0,-9 0 0,4 0 0,6 0 0,4 0 0,5 0 0,10 0 0,15-9 0,9 3 0,13-11 0,-5 4 0,5-2 0,-14 4 0,2 2 0,-12 5 0,-2-3 0,-22 7 0,-17-4 0,-16 4 0,-17 0 0,11 0 0,-11 0 0,17 0 0,-4 0 0,22 0 0,3 0 0,12 0 0,10 0 0,7 0 0,13 0 0,-1 0 0,2 0 0,-7 0 0,-1 0 0,-5 0 0,1 0 0,-23 0 0,3 0 0,-21 0 0,17 0 0,-7 0 0,12 0 0,-4 0 0,14 0 0,11 0 0,11 0 0,5 0 0,-4 0 0,-2 0 0,-7 0 0,-2 0 0,-3 0 0,-6 0 0,-15 0 0,-9 0 0,-19 0 0,-8 5 0,-1 1 0,1 3 0,2 1 0,15-5 0,-3 3 0,19-7 0,2 6 0,8-6 0,6 2 0,15-3 0,14 0 0,29 0 0,-10-4 0,21-2 0,-23-4 0,11 0 0,-18 1 0,-2 3 0,-15 3 0,-5 0 0,-15 2 0,-21-2 0,-20 3 0,-11 0 0,-11 0 0,4 0 0,1 0 0,7 4 0,8 1 0,10 0 0,6 2 0,10-6 0,14 2 0,12-3 0,10 0 0,5 0 0,-5-3 0,4-2 0,-11-2 0,6 2 0,-11 2 0,2 0 0,-9 2 0,-5-2 0,-4 3 0,-2 0 0,6-3 0,17-1 0,2-4 0,15-1 0,-5 1 0,0 3 0,1-2 0,-6 6 0,-4-6 0,-5 6 0,-4-2 0,-16 3 0,-2 0 0,-20 0 0,-1 0 0,1 0 0,0 0 0,11 0 0,0 0 0,4 0 0,14 0 0,10 0 0,7 0 0,4 0 0,-5 0 0,-6 0 0,-6 0 0,-7 0 0,-14 0 0,-2 0 0,0 0 0,5 0 0,2 0 0,6 0 0,3 0 0,9-4 0,8 4 0,3-7 0,-4 6 0,0-3 0,-4 4 0,0 0 0,0 0 0,-9 0 0,-3 0 0,-10 0 0,0 0 0,3 0 0,-2 0 0,6 0 0,3 0 0,16 0 0,-1 0 0,11 0 0,-14 0 0,4 0 0,-4 0 0,-9 0 0,-3 0 0,-9 0 0,2 0 0,1 0 0,4 0 0,1 0 0,17 0 0,-3 0 0,12 0 0,-6 0 0,-6 0 0,3 0 0,-4 0 0,-6 0 0,-6 0 0,-16 0 0,-1 0 0,-13 0 0,9 0 0,0 0 0,2 0 0,11 0 0,-2 0 0,8 0 0,6 0 0,5 0 0,8 0 0,7 0 0,2 0 0,0 0 0,-6 0 0,0 0 0,-7 0 0,2 0 0,-6 3 0,-7 1 0,-10 0 0,-6 2 0,-7-1 0,1 3 0,4-3 0,2-1 0,7-1 0,7-3 0,6 3 0,5-3 0,1 0 0,-19 0 0,0 0 0,-18 0 0,10 0 0,4 0 0,5 0 0,4 0 0,26 0 0,0 0 0,24 0 0,-7 0 0,-4 0 0,-2 0 0,-10 0 0,0 0 0,-8 0 0,-2 0 0,-9 0 0,-15 0 0,-9 4 0,-13 2 0,-1 7 0,-5-3 0,4 7 0,1-3 0,6 0 0,10-2 0,5-5 0,6 0 0,12-3 0,12-1 0,12-3 0,10 0 0,1 0 0,-1 0 0,1 0 0,-10 0 0,2-3 0,-17 2 0,3-3 0,-8 4 0,-12 0 0,-5 0 0,-18 0 0,-3 0 0,-1 0 0,-3 0 0,13 0 0,-3 0 0,10 3 0,3-2 0,7 2 0,14-3 0,13 0 0,9 0 0,12-4 0,14-2 0,-10-4 0,20-1 0,-28 2 0,10-1 0,-13 5 0,-9-3 0,-6 8 0,-10-4 0,-4 4 0,-29 0 0,-3 0 0,-28 0 0,4 0 0,5 4 0,2 1 0,10 0 0,6 3 0,6-7 0,9 5 0,9-5 0,11 2 0,28-3 0,-3 0 0,21 0 0,-12 0 0,7 0 0,-12-4 0,3 3 0,-19-3 0,-1 1 0,-10 3 0,-5-4 0,-8 4 0,-18 0 0,-20 0 0,-25 0 0,6 5 0,-33 2 0,41 2 0,-40 3 0,38-2 0,-12 1 0,15-2 0,13 1 0,11-2 0,10 0 0,17-4 0,27-1 0,9-3 0,25 0 0,3 0 0,-12-4 0,22-2 0,-22 0 0,11-3 0,-14 8 0,-8-4 0,-10 5 0,-7 0 0,-9 0 0,-5 0 0,-4 0 0,-34 0 0,-6 0 0,-41 0 0,-6 6 0,17-1 0,-19 6 0,29 4 0,-12-3 0,20 2 0,9-5 0,15-1 0,11-3 0,26-2 0,21-3 0,27 0 0,16-5 0,17-8-573,-44 1 0,1-2 573,5 1 0,-2-1 0,35-11-284,-40 13 1,-2 1 283,24-1 0,0-5 0,-12 7 0,-23 0 0,-8 5 1112,-15 1-1112,-5 4 601,-10 0-601,-27 0 0,-27 0 0,-29 6 0,-15 0 0,15 10 0,-4-3 0,14 8 0,-1-9 0,9 8 0,14-9 0,17 2 0,8-5 0,13-3 0,17-2 0,23-3 0,26-5 0,26-13 0,10-1 0,-15-5 0,9 7 0,-25 2 0,12 3 0,-20 1 0,-7 3 0,-19 7 0,-5-3 0,-21 4 0,-30 0 0,-38 6 0,21 0 0,-3 1-446,-7 2 1,0 2 445,-1 4 0,2 1 0,-29 9-296,-6 4 296,33-13 0,-6 4 0,20-9 0,14 2 0,15-6 878,20-3-878,25-1 309,25-3-309,27-10 0,16-5-357,-38 3 1,-2-1 356,32-2 0,-34 6 0,-1 1 0,14 1 0,5 1 0,-16 1 0,-20 5 0,-11 0 0,-10 0 0,-5 0 713,-10 0-713,-27 0 0,-20 0 0,-34 10 0,6 2 0,-12 17 0,21-7 0,-6 5 0,20-11 0,7-2 0,14-5 0,13-2 0,14-2 0,30-2 0,18-17 0,33-1 0,-17-6 0,23-1 0,-18 5 0,6 0 0,-1-4 0,-14 9 0,-12-2 0,-10 9 0,-14-2 0,-1 6 0,-9-3 0,-6 4 0,-19 0 0,-21 0 0,-5 0 0,-20 0 0,14 0 0,-16 5 0,17 0 0,-9 5 0,21 3 0,-3-3 0,15 1 0,5-3 0,9-1 0,20-3 0,26-1 0,14-3 0,32-5 0,-30-5 0,28-2 0,-30-2 0,11 3 0,-8 1 0,-17 4 0,-8 2 0,-15 4 0,-5 0 0,-59 0 0,-5 0 0,3 2 0,-5 1-397,-2 0 1,0 2 396,6 0 0,1 2 0,0-1 0,0 0-99,-43 6 99,19-1 0,-7 5 0,24-5 0,8 3 0,23-6 0,5 0 0,13 0 0,21-5 789,19 1-789,27-4 0,21-11 0,-6 3 0,19-9 0,-19 6 0,5 0 0,-8 0 103,-19 1-103,-4 4 0,-21 2 0,-2 4 0,-14 0 0,0 0 0,-4 0 0,-23 7 0,2 2 0,-20 8 0,9 0 0,4-1 0,2 0 0,3-4 0,5-2 0,3-2 0,14-5 0,7 0 0,10-6 0,2-2 0,-5 0 0,-4-2 0,-1 7 0,-8-3 0,4 3 0,-7-3 0,-4 2 0,-1-2 0,-2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4:06.192"/>
    </inkml:context>
    <inkml:brush xml:id="br0">
      <inkml:brushProperty name="width" value="0.05" units="cm"/>
      <inkml:brushProperty name="height" value="0.05" units="cm"/>
      <inkml:brushProperty name="color" value="#F0E8E7"/>
    </inkml:brush>
  </inkml:definitions>
  <inkml:trace contextRef="#ctx0" brushRef="#br0">918 129 24575,'-23'0'0,"-9"0"0,-6 0 0,-23 0 0,-7 0 0,-14 0 0,-13 0 0,27 0 0,-16 0 0,25 0 0,-5 0 0,8 0 0,17 0 0,8 0 0,15 0 0,17 0 0,34-6 0,42-7 0,9 5-708,-23-3 0,2-2 708,-9 5 0,-1 1 0,13-4 0,0 1 0,-16 2 0,0 2 0,24 2 0,-4 2-228,-8 2 228,1 0 0,-2 0 0,-15 0 0,17 0 0,-23 0 0,-15 0 0,-6 0 1398,-10 0-1398,-4 3 246,-7-2-246,-13 2 0,-11-3 0,-18 0 0,-15 0 0,-9 0 0,-21 0-1030,-11 0 1030,41 0 0,-2 0 0,1 0 0,-2 0 0,-8 0 0,3 0 0,-24 0-185,34 2 0,1 1 185,-14 4 0,-12-1 0,22 3 0,14-8 0,18 7 0,10-7 1010,18 2-1010,32-3 0,27 0 0,36 0-204,-43 0 0,0 0 204,45-5 0,-47 4 0,-1 1 0,39-5 0,6 5 0,-14 0 0,-10 0 0,-22 0 0,-17 0 0,-8 0 0,-14 0 0,0 0 798,-7 3-798,-1 0 0,-25 6 0,-12-1 0,-38 3 0,-10 1-455,-15 5 455,22-5 0,-16 5 0,23-6 0,-5 0 0,10-1 0,24 0 0,8-2 0,15-3 0,21-2 455,23-8-455,34-6 0,29-14-434,-38 9 1,1 0 433,38-15 0,-41 15 0,-1 2 0,24-4-17,6-3 17,-16 9 0,-19 2 0,-14 2 0,-15 7 0,-14-3 866,-36 4-866,-24 0 0,-31 0 0,37 0 0,0 0 0,-47 0 0,9 5 0,4 1 0,14 5 0,-1 0 18,9 0-18,19-2 0,13 0 0,13-4 0,10 1 0,-1-5 0,22 2 0,10-3 0,31 0 0,13 0 0,0 0 0,10-5 0,-17 4 0,5-9 0,-14 9 0,-13-3 0,-6 4 0,-14 0 0,-3 0 0,-62 0 0,3 0 0,-51 5 0,23 0 0,-4 7 0,12-2 0,-6 1 0,20 3 0,2-3 0,22 1 0,2-3 0,14-5 0,18-1 0,16-3 0,25 0 0,-2 0 0,14 0 0,-15 0 0,11 0 0,-12 0 0,-7 0 0,-15 0 0,-4 0 0,-10 0 0,3 0 0,-10 0 0,-10 0 0,-13 0 0,-15 5 0,-7-4 0,0 3 0,-3-4 0,14 4 0,-3-3 0,10 2 0,9-3 0,-1 0 0,18 0 0,13 0 0,13 0 0,7 0 0,-3 0 0,-9 0 0,-1 0 0,-9 0 0,0 0 0,-4 0 0,-6 0 0,-15 0 0,-4 0 0,-18 0 0,10 0 0,-4 0 0,5 0 0,4 0 0,1 4 0,8-3 0,10 2 0,12-3 0,15 0 0,6-4 0,0-1 0,-5-3 0,-6 0 0,-9 3 0,0-1 0,-4 5 0,-9-2 0,-13 3 0,-11 0 0,-11 0 0,6 0 0,0 4 0,11 0 0,-4 4 0,11 0 0,-2-4 0,11 2 0,-2-5 0,8 2 0,1-3 0,5 0 0,2 0 0,-4 0 0,1 0 0,-9 0 0,-3 3 0,-13-2 0,-3 6 0,-10-6 0,5 7 0,0-7 0,2 2 0,11 0 0,-5-2 0,10 2 0,0-3 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4:09.198"/>
    </inkml:context>
    <inkml:brush xml:id="br0">
      <inkml:brushProperty name="width" value="0.05" units="cm"/>
      <inkml:brushProperty name="height" value="0.05" units="cm"/>
      <inkml:brushProperty name="color" value="#F0E8E7"/>
    </inkml:brush>
  </inkml:definitions>
  <inkml:trace contextRef="#ctx0" brushRef="#br0">127 13 24575,'-10'0'0,"-8"0"0,9 0 0,-9 0 0,10 0 0,-3 0 0,2 0 0,2 0 0,-3 0 0,4 0 0,-1 0 0,3-5 0,4 3 0,4-3 0,2 5 0,1 0 0,0 0 0,0 0 0,-1 0 0,1 0 0,0 0 0,0 0 0,-1 0 0,1 0 0,0 0 0,0 0 0,0 0 0,-1 0 0,1 0 0,0 0 0,0 0 0,-1 0 0,1 0 0,-1 0 0,1 0 0,-1 0 0,1 0 0,0 0 0,0 3 0,0-2 0,0 2 0,-1-3 0,1 0 0,0 3 0,-1-3 0,1 4 0,0-4 0,0 0 0,0 0 0,0 0 0,-1 0 0,1 0 0,0 0 0,0 0 0,0 0 0,0 0 0,0 3 0,0-3 0,-1 3 0,-2 0 0,-1 1 0,-3 2 0,0 0 0,0 0 0,0 1 0,-3-4 0,-1 0 0,-2 0 0,-1-3 0,1 3 0,-1-3 0,0 0 0,0 0 0,3 3 0,-2-2 0,2 2 0,-7-3 0,3 3 0,-3-2 0,4 2 0,0-3 0,0 3 0,-3-2 0,2 2 0,-3-3 0,4 0 0,0 0 0,0 0 0,0 0 0,1 0 0,-1 0 0,0 0 0,0 0 0,0 0 0,0 0 0,0 0 0,0 0 0,0 0 0,0 0 0,0 0 0,0 0 0,0 0 0,0 0 0,1 0 0,-1 0 0,1 0 0,-1 0 0,0 0 0,1 0 0,-1 0 0,4-3 0,0 0 0,0-1 0,2-2 0,-1 2 0,2-2 0,0-1 0,0 4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4:29.771"/>
    </inkml:context>
    <inkml:brush xml:id="br0">
      <inkml:brushProperty name="width" value="0.05" units="cm"/>
      <inkml:brushProperty name="height" value="0.05" units="cm"/>
      <inkml:brushProperty name="color" value="#F0E8E7"/>
    </inkml:brush>
  </inkml:definitions>
  <inkml:trace contextRef="#ctx0" brushRef="#br0">1283 250 24575,'-6'0'0,"-4"0"0,-2 0 0,1 0 0,-4 0 0,7 0 0,-2 0 0,3 0 0,9 0 0,7 0 0,11 0 0,22-5 0,4 4 0,6-8 0,2 4 0,-10-1 0,5-2 0,-11 7 0,-6-7 0,-12 7 0,-9-3 0,-19 4 0,-21 0 0,-11 0 0,-14 0 0,4 0 0,-7 0 0,-1 0 0,3 0 0,5 0 0,6 0 0,2 0 0,11 0 0,5 0 0,6 0 0,9 0 0,12 0 0,9 0 0,13 0 0,7 0 0,-4 0 0,4 0 0,-5 0 0,0 0 0,-4 0 0,-1 0 0,-5 0 0,-4 0 0,0 0 0,-7 3 0,-8-2 0,-4 2 0,-12-3 0,-1 0 0,-4 0 0,0 0 0,-1 0 0,1 0 0,4 0 0,2 0 0,7 0 0,1 0 0,16 0 0,10 0 0,9 0 0,11 0 0,-8 0 0,3 0 0,-10 0 0,-4 0 0,-5 0 0,-4 0 0,-12 3 0,-11 1 0,-8 4 0,-11 1 0,3 0 0,-4 4 0,-1-3 0,6 3 0,5-2 0,7-2 0,7 2 0,1-4 0,4-3 0,6-1 0,15-3 0,9 0 0,13 0 0,1 0 0,-1 0 0,1 0 0,-6-4 0,-5 3 0,-7-6 0,-7 6 0,-1-2 0,-5 3 0,-5 0 0,-4 0 0,-9 0 0,1 0 0,1 0 0,6-3 0,1-1 0,3-2 0,3 2 0,5-2 0,0 5 0,2-5 0,-3 5 0,0-2 0,-9 3 0,-3 0 0,-9 0 0,-6 0 0,3 0 0,-7 0 0,4 0 0,-6 0 0,1 0 0,0 0 0,4 0 0,-3 0 0,8 0 0,-4 0 0,5 0 0,-5 0 0,4 0 0,-9 0 0,9 0 0,-8 0 0,7 0 0,-7 0 0,8 0 0,-4 0 0,5 0 0,0 0 0,3 0 0,-3 0 0,8 0 0,-4 0 0,4 0 0,0 0 0,0 0 0,0 0 0,0 0 0,0 0 0,0 0 0,0 0 0,0 0 0,0 0 0,0 0 0,0 0 0,-3 0 0,2 0 0,-3 0 0,4 0 0,0 0 0,0 0 0,0 0 0,0 0 0,0 0 0,0 0 0,0 0 0,0 0 0,0 0 0,0 0 0,0 0 0,0 0 0,0 0 0,1 0 0,-5 0 0,3 0 0,-6 0 0,2 0 0,-3 0 0,-1 0 0,5 0 0,-4 0 0,7 0 0,-3 0 0,4 0 0,1 0 0,-1 0 0,0 0 0,0 0 0,0 0 0,1 0 0,-1 0 0,0 0 0,0 0 0,0 0 0,0 0 0,0 0 0,0 0 0,0 0 0,0 0 0,0 0 0,-4 0 0,3 0 0,-3 0 0,4 0 0,1 0 0,-1 0 0,0-3 0,0 2 0,1-2 0,-1 3 0,1 0 0,2-3 0,-2 2 0,2-2 0,-3 3 0,4-3 0,-4 2 0,4-1 0,-1-1 0,1-1 0,3-2 0,0-1 0,0 1 0,3 2 0,-2-2 0,5 6 0,-3-4 0,4 4 0,-3-3 0,2 3 0,-2-7 0,6 3 0,2-3 0,3-4 0,0-1 0,1 0 0,-4-3 0,-2 7 0,-3-3 0,0 7 0,0-2 0,0 5 0,-3-5 0,2 6 0,-5-6 0,1 2 0,-2-2 0,0 0 0,0-1 0,0 1 0,0-1 0,-3 1 0,0-1 0,-4 3 0,-4-2 0,4 5 0,-4-5 0,0 1 0,0 1 0,-1-2 0,-3 5 0,8-5 0,-4 5 0,4-5 0,0 5 0,0-2 0,1 3 0,-1 0 0,1 0 0,-1 0 0,0 0 0,1 0 0,-1 0 0,1 0 0,-1 0 0,1 0 0,-1 0 0,4 3 0,-4 1 0,3 3 0,1 0 0,-4-1 0,3 1 0,-3 0 0,0 0 0,0 0 0,4 0 0,-4 0 0,7 3 0,-7-2 0,3 7 0,0-8 0,-3 8 0,6-4 0,-5 1 0,2 2 0,0-6 0,0 3 0,4-5 0,-3 1 0,2 0 0,-2 0 0,3 0 0,-3-4 0,3 3 0,-6-5 0,5 4 0,-1-1 0,2 2 0,0 1 0,0-1 0,0 1 0,-4 0 0,4 0 0,-3 0 0,3 0 0,0 3 0,0-2 0,0 3 0,0-4 0,0-1 0,0 1 0,0-6 0,0-4 0,0-5 0,0-1 0,0 3 0,0-1 0,0 0 0,2 4 0,-1-3 0,2 2 0,-3-3 0,0 0 0,3 0 0,-2 0 0,2 0 0,0 0 0,-2 0 0,2 0 0,0 0 0,-2 0 0,5 0 0,-5 0 0,5 0 0,-6 1 0,6-1 0,-5 1 0,4-1 0,-4 1 0,5 2 0,-6-2 0,6 3 0,-3-1 0,4-2 0,-1 6 0,0-3 0,-2 5 0,-1 2 0,-3 3 0,0-1 0,0 1 0,0-1 0,0 1 0,0-1 0,0 1 0,-3-1 0,2 0 0,-2 1 0,1-1 0,1 0 0,-2 1 0,3-1 0,-3 0 0,2 1 0,-2 0 0,0-1 0,3 1 0,-4 0 0,1 0 0,3 4 0,-4-3 0,4 6 0,-3-6 0,3 2 0,-4 1 0,4-3 0,0 2 0,0-3 0,0 0 0,0 0 0,0 0 0,0-1 0,0 1 0,0-1 0,0 1 0,0 0 0,0-1 0,0 1 0,0 0 0,0 0 0,0 0 0,0 0 0,0-1 0,0 1 0,0 0 0,0-1 0,0 1 0,3-4 0,-2 3 0,5-5 0,-5 5 0,4-5 0,-4 5 0,5-5 0,-2 2 0,0 0 0,2-2 0,-3 2 0,4-3 0,-1 0 0,1 0 0,-1 0 0,1 0 0,0 0 0,0 0 0,0 0 0,0 0 0,-1 0 0,1 0 0,0 0 0,0 0 0,-1 0 0,1 0 0,0 0 0,0 0 0,0 0 0,-1 0 0,-2-3 0,-1-1 0,-3-2 0,0 0 0,-3-1 0,2 1 0,-5 2 0,2 1 0,1 0 0,-4 2 0,4-2 0,-4 0 0,0 2 0,0-5 0,0 5 0,0-2 0,0 0 0,0 2 0,0-2 0,1 0 0,-1 3 0,0-3 0,0 0 0,0 2 0,0-2 0,0 0 0,-4 2 0,3-2 0,-2 3 0,3 0 0,0 0 0,0 0 0,0 0 0,1 0 0,-1-3 0,4-1 0,0-2 0,3 0 0,0-1 0,3 4 0,1 0 0,3 3 0,3-4 0,2 3 0,3-5 0,5 1 0,0-3 0,5-1 0,5-3 0,-3-2 0,8-4 0,-9 1 0,0 0 0,-6 5 0,-9 1 0,0 7 0,-4-2 0,-1 5 0,-2-5 0,-1 2 0,-6 1 0,-1 0 0,-3 3 0,0-3 0,0 2 0,0-2 0,-3-1 0,2 4 0,-7-4 0,7 4 0,-6-3 0,6 2 0,-3-3 0,4 4 0,0-3 0,0 3 0,1-4 0,-1 4 0,3-3 0,-2 3 0,2-4 0,1 1 0,-3 3 0,2-4 0,-3 4 0,3-3 0,-2 3 0,2-6 0,-3 5 0,1-5 0,-1 5 0,3-5 0,-2 6 0,3-4 0,-1 1 0,-2 0 0,2-4 0,-2 0 0,2 1 0,-2-1 0,6 1 0,-3-1 0,3 1 0,0-1 0,3 4 0,0-3 0,3 5 0,1-1 0,-1 2 0,-2-3 0,2 2 0,-2-2 0,3 3 0,0 0 0,-1 0 0,1 0 0,0 0 0,0 0 0,-1 0 0,0 0 0,-2 2 0,-1 2 0,-3 3 0,3-4 0,-2 3 0,2-3 0,0 1 0,-3 2 0,4-2 0,-1-1 0,-3 3 0,6-2 0,-5 3 0,5-3 0,-5 2 0,2-2 0,0 0 0,-2 2 0,2-2 0,0 3 0,1-1 0,-1 1 0,3 0 0,-2 0 0,0 0 0,2-1 0,-2 1 0,3 0 0,0 0 0,-3 0 0,2-3 0,-3 2 0,4-2 0,0 2 0,0 1 0,0-3 0,0 2 0,-1-2 0,1 3 0,0 0 0,4 0 0,-3 0 0,6 0 0,-2 1 0,3-1 0,0 1 0,0 0 0,0-1 0,5-3 0,-4 3 0,8-2 0,2-1 0,6 0 0,4 0 0,0-3 0,1 7 0,-1-7 0,-4 3 0,3-4 0,-9 0 0,4 0 0,-5 0 0,-4 0 0,-1 0 0,-9 0 0,0 0 0,-4 0 0,0 0 0,0 0 0,-1 0 0,-5 0 0,-5 0 0,-7 0 0,-5 0 0,-3 0 0,-7 0 0,-1 0 0,-8 0 0,4 0 0,-6 0 0,1 0 0,-1 0 0,5-4 0,2 0 0,5-5 0,0 1 0,4 3 0,5-2 0,5 3 0,4 0 0,0-2 0,1 5 0,2-5 0,1 2 0,6 1 0,0-3 0,8 1 0,5-2 0,10-2 0,11-4 0,12-3 0,9-5 0,12 4 0,-16 3 0,20-2 0,-27 5 0,9-1 0,-13 4 0,-16 7 0,-3-3 0,-12 4 0,-2 0 0,-11 0 0,-5 0 0,-8 0 0,-1 0 0,-5 0 0,4 0 0,-8 0 0,-2 0 0,-1 0 0,-8 4 0,9-3 0,-10 7 0,10-7 0,-9 7 0,8-7 0,-3 3 0,9-4 0,1 0 0,9 3 0,0-2 0,10 2 0,5-3 0,12 0 0,9-4 0,7 3 0,4-7 0,6 2 0,2-3 0,-1 3 0,0 2 0,-12 0 0,-5 3 0,-7-3 0,-7 4 0,-2 0 0,-15 0 0,-5 0 0,-13 0 0,-7 0 0,-7 0 0,-1 4 0,-10 2 0,10 3 0,-9 1 0,9-1 0,-10 0 0,10 1 0,1-1 0,7-1 0,5 1 0,7-2 0,3-2 0,8-2 0,0-3 0,6 0 0,9 0 0,8 0 0,13-4 0,2-1 0,6-4 0,-1-1 0,1 5 0,-1-3 0,0 7 0,-4-3 0,-6 1 0,-7 2 0,-4-3 0,-3 4 0,-1 0 0,-10 0 0,-13 0 0,-1 0 0,-13 0 0,5 0 0,-4 0 0,0 0 0,-6 0 0,5 4 0,-9-3 0,8 6 0,-3-6 0,9 3 0,1-4 0,9 3 0,0-2 0,4 2 0,6-3 0,8 0 0,10 0 0,2 0 0,5 0 0,-3 0 0,-1 0 0,4 0 0,-7 0 0,-1 0 0,-2 0 0,-6 0 0,2 0 0,-3 0 0,-6 0 0,-5 0 0,-7 0 0,0 0 0,-3 0 0,2 0 0,-3 3 0,-5-2 0,4 2 0,-4-3 0,0 0 0,0 0 0,-1 0 0,1 0 0,0 0 0,4 0 0,-8 0 0,7 0 0,-7 0 0,8 0 0,-8 0 0,7 0 0,1 0 0,2 0 0,6 0 0,-3 0 0,4 0 0,0 0 0,0 0 0,0 0 0,0 0 0,0 0 0,-3 0 0,2 0 0,-7 0 0,7 0 0,-2 0 0,3 0 0,3-2 0,4 1 0,3-2 0,4 3 0,-1 0 0,1-3 0,0 2 0,3-2 0,2 0 0,8 2 0,5-7 0,7 7 0,4-7 0,1 3 0,-1-4 0,0 0 0,-4 0 0,-2 4 0,-9-2 0,-2 6 0,-7-6 0,-2 6 0,-3-2 0,0 3 0,-6 0 0,-5 0 0,-4 0 0,-6 0 0,2 0 0,-3 0 0,-1 0 0,-3 0 0,-2 0 0,0 0 0,-3 0 0,8 0 0,-4 0 0,5 0 0,3 0 0,1 0 0,4 0 0,6 0 0,5 0 0,3 0 0,7 0 0,2 0 0,0 0 0,3 0 0,-3 0 0,-5 0 0,0-3 0,-4 2 0,0-2 0,0 3 0,-6 0 0,-9 0 0,0 0 0,-10 0 0,6 0 0,-3 0 0,0 0 0,-1 0 0,1 0 0,0 0 0,-1 0 0,1 0 0,3 0 0,-2 0 0,6 0 0,-3 0 0,4 0 0,0 0 0,-3 0 0,2 0 0,-3-3 0,4 3 0,0-4 0,0 4 0,0 0 0,0 0 0,1 0 0,-1 0 0,0 0 0,0 0 0,0 0 0,0 0 0,1-2 0,-1 1 0,0-2 0,0 3 0,6 0 0,8 0 0,5 0 0,7 0 0,-4 3 0,0 2 0,1 2 0,-5-3 0,3 3 0,-6-3 0,7 4 0,-8-1 0,4 0 0,-4-3 0,-3 2 0,2-3 0,-6 4 0,3 0 0,-3-1 0,0 1 0,-3-4 0,-1 3 0,-6-5 0,-2 2 0,-3-3 0,0 0 0,-5 4 0,-1-3 0,0 3 0,-3-4 0,8 0 0,-8 0 0,11 0 0,-6 0 0,11 0 0,3 0 0,6 0 0,9 0 0,2 0 0,3 0 0,5 0 0,0 0 0,5 0 0,0 0 0,0 0 0,-4 0 0,-1 0 0,-5 0 0,0 0 0,-3 0 0,-2 0 0,-3 3 0,-3 0 0,2 1 0,-5 2 0,2-3 0,-3 4 0,-3-4 0,-1 0 0,-3-3 0,-4 0 0,3 0 0,-6 0 0,6 0 0,-6 0 0,6 0 0,-3 0 0,10 0 0,8 0 0,1 0 0,4 0 0,-5 0 0,4 0 0,5 0 0,5 0 0,4 0 0,0 0 0,5 0 0,-4 0 0,0 0 0,-2 0 0,-12 0 0,7 0 0,-11 0 0,3 0 0,-5 0 0,-2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4:37.171"/>
    </inkml:context>
    <inkml:brush xml:id="br0">
      <inkml:brushProperty name="width" value="0.05" units="cm"/>
      <inkml:brushProperty name="height" value="0.05" units="cm"/>
      <inkml:brushProperty name="color" value="#F0E8E7"/>
    </inkml:brush>
  </inkml:definitions>
  <inkml:trace contextRef="#ctx0" brushRef="#br0">436 312 24575,'-5'0'0,"10"0"0,12 0 0,8 0 0,0 0 0,5 0 0,-3 0 0,-2 0 0,-5 0 0,-5 0 0,0 0 0,-3 0 0,-1 0 0,-4 0 0,-9 0 0,-8 0 0,-10 0 0,-10 0 0,-13 0 0,3 0 0,-14 0 0,10 4 0,-5-3 0,5 4 0,2-1 0,5-3 0,10 3 0,2-1 0,14-2 0,0 3 0,4-4 0,6 0 0,15 0 0,9-5 0,19-4 0,8-2 0,14-10 0,-10 6 0,13-2 0,-21-1 0,9 7 0,-11-3 0,-7 5 0,-11 3 0,-10 0 0,-6 5 0,-3-2 0,0 3 0,-6 0 0,-6 0 0,-10 0 0,-2 0 0,-7 0 0,3 0 0,-4 0 0,-5 0 0,4 0 0,-5 0 0,14 0 0,-6 0 0,10 0 0,-3 0 0,14 0 0,18 0 0,6 0 0,9 0 0,-6 0 0,1 0 0,-6 0 0,0 0 0,-5 0 0,-3 0 0,-2 0 0,-3 0 0,-9 0 0,-3 0 0,-14 0 0,3 3 0,-8 2 0,7-1 0,-2 3 0,3-6 0,5 5 0,-4-5 0,10 5 0,-4-5 0,11 2 0,9-3 0,2 0 0,14 0 0,-10 0 0,7 0 0,-12 0 0,7 0 0,-11 0 0,2 0 0,-3 0 0,0 0 0,-6 0 0,-10 0 0,-3 0 0,-8 4 0,1 0 0,-2 0 0,-4 4 0,-1-4 0,1 1 0,0 3 0,4-8 0,-3 8 0,8-7 0,-4 3 0,8-4 0,-2 0 0,6 0 0,3 0 0,0-3 0,1 2 0,-4-5 0,-6 5 0,2-2 0,0 0 0,-2 2 0,6-2 0,-7 3 0,8-3 0,-4 2 0,0-2 0,3 0 0,-3 2 0,1-5 0,2 5 0,-6-6 0,6 6 0,-3-5 0,4 5 0,0-2 0,3 0 0,-2 2 0,3-2 0,-1 0 0,-2 2 0,2-2 0,-3 3 0,0 0 0,6 0 0,5 0 0,7 0 0,0 0 0,-1 0 0,-3 0 0,0 0 0,0 0 0,0-3 0,0 2 0,-1-2 0,1 3 0,-4-3 0,-3 2 0,2-2 0,-1 3 0,10 0 0,5 0 0,9-8 0,2 6 0,8-6 0,-9 4 0,-4 3 0,1-6 0,-14 6 0,6-3 0,-8 4 0,-6 0 0,-9 0 0,-4 0 0,-6-3 0,-2 2 0,-1-2 0,-4 3 0,0 0 0,0 0 0,4-4 0,-3 3 0,3-2 0,0 3 0,1-4 0,5 4 0,0-4 0,3 4 0,1 0 0,4-3 0,1 2 0,2-5 0,4 3 0,3-1 0,4-2 0,4 2 0,5-4 0,0 4 0,8-4 0,-8 4 0,4-1 0,0-2 0,-4 6 0,3-3 0,-3 1 0,-5 2 0,0-2 0,-4 0 0,0 2 0,-1-2 0,-5 3 0,-8 0 0,-5 0 0,-3 0 0,1 0 0,2 0 0,-8 0 0,4 0 0,-4 0 0,5 0 0,0 0 0,3 0 0,1 0 0,4 0 0,0 0 0,6 0 0,9 0 0,4 0 0,16 0 0,4 0 0,6 0 0,10-5 0,-4 0 0,-1-5 0,-1 1 0,-15 4 0,2-3 0,-16 7 0,2-3 0,-8 4 0,-9 0 0,-3 0 0,-14 0 0,-2 0 0,-9 0 0,-1 0 0,-6 0 0,1 0 0,-1 0 0,-5 0 0,4 0 0,-10 4 0,10-2 0,1 6 0,6-7 0,6 2 0,8-3 0,-2 0 0,12 0 0,2 0 0,6 0 0,5 0 0,5 0 0,0 0 0,9 0 0,1 0 0,4 0 0,0 0 0,5-4 0,-8 3 0,7-7 0,-13 7 0,4-6 0,-9 6 0,0-2 0,-4 3 0,0 0 0,0 0 0,-1 0 0,-2 3 0,-1 0 0,-3 3 0,0 1 0,0-1 0,0 1 0,0 0 0,0-1 0,0 1 0,0-1 0,0 1 0,3-1 0,-3 1 0,3 0 0,0-4 0,1 4 0,3-7 0,-3 6 0,1-5 0,-4 5 0,2-2 0,0 0 0,-2 2 0,2-3 0,0 4 0,-2-1 0,2 1 0,-3-1 0,3-2 0,-3 2 0,4-5 0,-4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4:51.345"/>
    </inkml:context>
    <inkml:brush xml:id="br0">
      <inkml:brushProperty name="width" value="0.05" units="cm"/>
      <inkml:brushProperty name="height" value="0.05" units="cm"/>
      <inkml:brushProperty name="color" value="#F0E8E7"/>
    </inkml:brush>
  </inkml:definitions>
  <inkml:trace contextRef="#ctx0" brushRef="#br0">1 317 24575,'2'3'0,"2"0"0,6-3 0,-2 0 0,11 0 0,-7 0 0,17 0 0,-7 0 0,14 0 0,-5 0 0,5-4 0,-4-1 0,-2 0 0,-9 1 0,-5 1 0,-2 3 0,-6-4 0,2 4 0,-9 0 0,-9 0 0,-9 0 0,-13-4 0,-2 3 0,1-7 0,0 4 0,6-1 0,0-2 0,4 6 0,2-3 0,4 1 0,4 2 0,4-5 0,7 5 0,4-4 0,3 4 0,-1-5 0,1 2 0,4-4 0,0 1 0,5-1 0,3 0 0,-2 0 0,-2 1 0,0-1 0,-7 4 0,2-2 0,-3 5 0,-3-5 0,-4 5 0,-4-2 0,-7 0 0,0 2 0,-9-6 0,-1 2 0,-4 0 0,0-2 0,0 6 0,4-6 0,1 6 0,9-2 0,0 3 0,7-3 0,4 2 0,4-2 0,2 3 0,1 0 0,0 0 0,4 0 0,-4 0 0,8 0 0,-7 0 0,6 0 0,-6 0 0,6 0 0,-6 0 0,6 0 0,-6 0 0,3 0 0,-4 0 0,-1 0 0,1 0 0,0 0 0,0 0 0,0 0 0,0 0 0,0 0 0,0 0 0,-1 0 0,1 0 0,0 0 0,4 0 0,-3 3 0,2-2 0,1 2 0,0-3 0,5 0 0,-1 0 0,0 0 0,0 0 0,5 0 0,1 0 0,4 0 0,0 0 0,5 0 0,-4 0 0,0-3 0,-2-2 0,-8-3 0,4 4 0,-5-3 0,-3 6 0,-2-6 0,-3 7 0,0-3 0,0 0 0,-1 2 0,0-2 0,1 6 0,-1 1 0,1 2 0,0 1 0,0 4 0,0 0 0,1 5 0,0-1 0,-1 0 0,0-3 0,1 2 0,-1-6 0,0 2 0,-3-3 0,2-3 0,-5 2 0,2-2 0,-3 2 0,3-3 0,-2 3 0,4-5 0,-4 4 0,5-4 0,-6 5 0,3-2 0,-3 2 0,0 1 0,0 0 0,0-1 0,-3-2 0,-4-1 0,-1-3 0,-2 0 0,-1 0 0,-1 0 0,1 0 0,-4 0 0,3 0 0,1 3 0,-4-2 0,4 2 0,-1 0 0,-2-2 0,6 2 0,-3-3 0,4 3 0,0-2 0,0 2 0,6-3 0,4 0 0,5 0 0,5-7 0,-2 5 0,9-8 0,1 5 0,4-3 0,0-1 0,0 1 0,0-1 0,0 1 0,-4 3 0,-2-2 0,-3 6 0,-1-2 0,-4 3 0,0 0 0,-4 0 0,-6 0 0,-5 0 0,-3 0 0,-7 0 0,6 0 0,-11 0 0,6-4 0,-11 3 0,4-2 0,-1 3 0,-3 0 0,7 0 0,-7-4 0,11 3 0,-5-3 0,6 4 0,0 0 0,-2 0 0,6 0 0,-6 0 0,6 0 0,-7 0 0,4 0 0,-5 0 0,1 0 0,3 0 0,-2 0 0,6 0 0,-6-3 0,6 2 0,-3-2 0,4 3 0,0 0 0,-3 0 0,2 0 0,-7 0 0,4 0 0,-1 0 0,-2 0 0,2 0 0,0 0 0,2 0 0,3 0 0,5 0 0,6 0 0,4 0 0,1 0 0,-2 0 0,0 0 0,0 0 0,0 0 0,-1 0 0,1 3 0,4-2 0,-3 5 0,2-2 0,1-1 0,-3 4 0,6-3 0,-6 0 0,2 2 0,-3-5 0,0 5 0,0-5 0,0 2 0,-3 0 0,2-3 0,-6 6 0,3-2 0,-3 2 0,0 1 0,0-1 0,-3-2 0,0-1 0,-3-3 0,-1 0 0,1 0 0,-1 0 0,0 0 0,0 0 0,0 0 0,0 0 0,-3 0 0,-2 0 0,-3 0 0,-1 0 0,5 0 0,-4 3 0,7-2 0,-3 5 0,5-5 0,-1 2 0,6-3 0,5 0 0,3 0 0,3 0 0,-3 0 0,0 0 0,4 0 0,0 0 0,5 0 0,-1 0 0,0 0 0,5 0 0,0 0 0,1 0 0,-1 0 0,-5 0 0,0 0 0,-3 0 0,-2 0 0,-3 0 0,0 0 0,-3 3 0,-4 1 0,-8-1 0,-3 0 0,-1-3 0,2 3 0,3-2 0,0 2 0,0-3 0,0 0 0,0 0 0,0 0 0,0 3 0,-4-2 0,3 2 0,-3-3 0,1 3 0,2-2 0,-3 2 0,7 0 0,4-2 0,4 2 0,2-3 0,5 0 0,1 0 0,3-3 0,4 2 0,7-7 0,0 7 0,10-7 0,-5 3 0,0 0 0,5-3 0,-10 7 0,9-3 0,-9 0 0,5 3 0,-6-3 0,-5 4 0,4 0 0,-7 0 0,2 0 0,-4 0 0,1 0 0,-5 0 0,4 0 0,-8 0 0,8 0 0,-4 0 0,4 0 0,-3 0 0,2 0 0,2 0 0,1 0 0,2 0 0,-4 0 0,5 0 0,-4 0 0,8 0 0,-3 0 0,0 0 0,3 0 0,-4 0 0,1 0 0,3 0 0,-8 0 0,8 0 0,-3 0 0,0 0 0,3 0 0,-8 0 0,4-3 0,-9 2 0,0-2 0,-4 3 0,0 0 0,-7-3 0,-8 2 0,-9-2 0,-13-1 0,-2 3 0,-4-7 0,-1 7 0,0-7 0,6 7 0,1-7 0,5 7 0,-1-7 0,6 4 0,-5-4 0,5 0 0,-1-1 0,-3 1 0,3 0 0,0-4 0,-3 3 0,8 1 0,-4 1 0,8 3 0,-2-3 0,6 0 0,-3 3 0,5 1 0,-5-1 0,3 3 0,-6-2 0,2-1 0,-3 4 0,-1-7 0,1 6 0,3-6 0,2 7 0,-1-4 0,3 4 0,-3-3 0,4 3 0,1-3 0,-1 3 0,0 0 0,0 0 0,-4 0 0,3 0 0,-6 0 0,6 0 0,-7 0 0,7 0 0,-2 0 0,3 0 0,0 0 0,0 0 0,-4 0 0,3 0 0,-6 0 0,6 0 0,-7 0 0,4 0 0,-5 0 0,1 0 0,0 0 0,-1 0 0,1 0 0,3 0 0,-2 0 0,2 0 0,1 0 0,0 0 0,4 0 0,0 0 0,0 0 0,0 0 0,0 0 0,0 0 0,0 0 0,0 0 0,0 0 0,0 0 0,0 3 0,0-2 0,0 5 0,0-2 0,3 2 0,-2-2 0,5 2 0,-2-2 0,3 6 0,0-2 0,0 2 0,0 0 0,0 2 0,0 3 0,0 5 0,0 0 0,0 1 0,0-1 0,0-5 0,0-3 0,0-2 0,0-3 0,0 0 0,3-3 0,1-1 0,2-3 0,1 0 0,-1 0 0,1 0 0,0 0 0,-1 0 0,1 0 0,0 0 0,-1 0 0,1 0 0,0 0 0,0 0 0,0 0 0,0 0 0,-1 0 0,1 0 0,0 0 0,0 0 0,0 0 0,0 0 0,0 0 0,0 0 0,0 0 0,-1 0 0,1 0 0,0 0 0,0 0 0,0 0 0,3 0 0,-2 0 0,6 0 0,-6 0 0,6 0 0,-6 0 0,3 0 0,-4 0 0,0 0 0,0 0 0,-1 0 0,1 0 0,0 0 0,-1 0 0,0 0 0,1 0 0,-1 0 0,0 0 0,1-3 0,-4-1 0,0-2 0,-6 2 0,-1-2 0,-3 6 0,0-3 0,0 3 0,-3-4 0,2 3 0,-3-2 0,4 3 0,1 0 0,-1-3 0,-3 2 0,2-5 0,-2 5 0,3-2 0,0 0 0,0 2 0,0-2 0,0 0 0,0 2 0,0-2 0,3 0 0,-2 2 0,2-2 0,-2 3 0,-1 0 0,1 0 0,-1 0 0,6 0 0,6 0 0,11 0 0,4 0 0,5 0 0,0 0 0,1 0 0,-1 0 0,0 0 0,-5 0 0,0 0 0,-8 0 0,2 0 0,-6 0 0,2 0 0,-3 0 0,0 0 0,-1 0 0,1 0 0,-1 0 0,0 0 0,1 0 0,-1 0 0,1 0 0,0 0 0,-1 0 0,1 0 0,0 3 0,-1-2 0,1 5 0,0-6 0,-1 3 0,1 0 0,0-2 0,0 2 0,-1-3 0,1 3 0,0-2 0,0 2 0,0 0 0,0-2 0,-1 2 0,1-3 0,0 3 0,0-2 0,0 2 0,-4 0 0,4-2 0,-4 2 0,4-3 0,0 3 0,0-3 0,0 3 0,-1 0 0,1-2 0,0 2 0,0 0 0,0-2 0,0 2 0,-4 0 0,3-3 0,-5 6 0,-1-5 0,-3 2 0,-4-3 0,0 0 0,1 0 0,-1 0 0,1 0 0,-1 0 0,1 0 0,-1 0 0,4-3 0,0-1 0,6-3 0,-3 0 0,4 1 0,-4-1 0,0 0 0,0 0 0,0 0 0,0 1 0,0-1 0,0 0 0,3 0 0,-3 0 0,3 0 0,-3 0 0,0 1 0,0-1 0,0 0 0,0 1 0,3-1 0,-2 0 0,2 0 0,-3 0 0,0 0 0,0 0 0,0 0 0,0 0 0,0 0 0,0 0 0,0 1 0,0-1 0,0 0 0,0 0 0,0 0 0,0 0 0,0 0 0,0 0 0,0 0 0,0 0 0,0 0 0,0 0 0,0 0 0,0-4 0,0 3 0,0-3 0,0 5 0,0-1 0,0 0 0,0 0 0,3 4 0,1 0 0,2 3 0,0 0 0,1 0 0,-1 0 0,0 0 0,1 3 0,-1-3 0,-2 6 0,2-5 0,-2 2 0,-1 0 0,4-2 0,-4 5 0,4-5 0,0 5 0,0-5 0,0 2 0,-3 0 0,2-2 0,-2 2 0,3-3 0,-3 3 0,2-2 0,-3 2 0,4 0 0,0-3 0,0 7 0,0-7 0,0 6 0,0-5 0,0 5 0,-4-2 0,4 0 0,-4 2 0,4-2 0,0 0 0,0 2 0,0-2 0,0-1 0,-4 3 0,3-5 0,-2 5 0,0-2 0,2 0 0,-2 2 0,3-2 0,0 3 0,-1-4 0,-2 3 0,2-5 0,-5 5 0,5-5 0,-5 5 0,5-5 0,-5 5 0,5-5 0,-5 5 0,5-6 0,-3 6 0,1-2 0,2-1 0,-2 3 0,3-5 0,-4 5 0,3-6 0,-2 7 0,3-7 0,-3 6 0,2-2 0,-3 0 0,1 2 0,2-5 0,-6 5 0,7-6 0,-4 7 0,4-7 0,0 6 0,0-2 0,0 3 0,4-3 0,-4 2 0,4-2 0,-4 0 0,3 2 0,-2-5 0,3 6 0,-4-7 0,0 3 0,-1 0 0,1-2 0,0 5 0,4-5 0,-3 5 0,2-5 0,-3 2 0,4 0 0,-3-2 0,2 6 0,-3-7 0,0 7 0,0-7 0,0 3 0,0-3 0,0 4 0,-1-4 0,1 6 0,-1-5 0,1 5 0,-1-6 0,-2 6 0,2-5 0,-2 2 0,3 0 0,0-2 0,-1 2 0,1-3 0,0 0 0,0 0 0,-1 0 0,1 3 0,0-3 0,0 4 0,0-4 0,0 0 0,0 3 0,0-3 0,0 3 0,0-3 0,3 0 0,-2 0 0,6 0 0,-6 0 0,6 0 0,-2 0 0,-1 0 0,4 0 0,-4 0 0,1 0 0,2 0 0,-6 0 0,2 0 0,1 0 0,-3 0 0,6 0 0,-6 0 0,3 0 0,-5 0 0,1 0 0,0 0 0,0 0 0,0 0 0,-9 0 0,-8 0 0,-9 0 0,-7 0 0,1 0 0,0 0 0,4 0 0,2 0 0,3 0 0,1 0 0,0 0 0,3 0 0,-2 0 0,2 0 0,-8 0 0,4 0 0,-13 0 0,7 0 0,-14-4 0,10 3 0,-4-6 0,4 6 0,1-7 0,4 7 0,2-6 0,7 6 0,1-2 0,1 3 0,5-3 0,-5 2 0,2-2 0,-3 3 0,0 0 0,1 0 0,-1-4 0,3 3 0,-3-2 0,5 3 0,-1-3 0,5 2 0,3-2 0,6 3 0,-1 0 0,5 0 0,1 0 0,3 0 0,4 0 0,2 0 0,4 0 0,5 0 0,2 0 0,4 0 0,1 0 0,-6 0 0,4 0 0,-13 0 0,7 0 0,-17 0 0,7 0 0,-11 0 0,3 0 0,-5 0 0,1 0 0,0 0 0,0 0 0,0 0 0,-1 0 0,1 0 0,-1 0 0,0 0 0,1 0 0,-1 0 0,5 0 0,-3 0 0,10 0 0,-5 0 0,7 0 0,-5 0 0,0 0 0,-3 0 0,-2 0 0,-3 0 0,0 0 0,-9 0 0,-3-4 0,-9 4 0,-6-4 0,-1 4 0,-9 0 0,4 0 0,-10 0 0,5 0 0,0 0 0,-5 0 0,10 0 0,-4 0 0,9 0 0,-3 0 0,8 0 0,-4 0 0,5 0 0,-1 0 0,1 0 0,0 0 0,3-3 0,-2 2 0,6-2 0,-7 3 0,7-3 0,-2 2 0,3-2 0,0 3 0,0 0 0,3-3 0,-1 2 0,4-5 0,1 6 0,4-3 0,6 3 0,1 0 0,20 0 0,-3 0 0,15 0 0,10-2 0,1-1 0,1 2 0,0-1 0,-3 0 0,-15-2 0,-6 3 0,-1-4 0,7 2 0,-14 2 0,4-2 0,-17 3 0,-4 0 0,0 0 0,1 0 0,0 0 0,-1 0 0,1 0 0,-1 0 0,4 0 0,-2 0 0,2 0 0,-3 0 0,0 0 0,3 0 0,2-4 0,3 3 0,23-5 0,-16 5 0,12-3 0,-23 4 0,0 0 0,-4 0 0,4 0 0,0 0 0,3 0 0,2 0 0,-1 0 0,-1-3 0,-6 2 0,6-2 0,-3 0 0,0 2 0,-4-5 0,-15 5 0,-11-2 0,-18-1 0,-7 3 0,1-4 0,-12 1 0,4 3 0,-7-4 0,3 5 0,-23 0 0,-1-4 0,1 3 0,13-3 0,28 0 0,0 3 0,1-4 0,5 2 0,5 2 0,6-3 0,9 4 0,0 0 0,10 0 0,8 0 0,1 0 0,8 0 0,-4 0 0,8 0 0,5 0 0,7 0 0,4 0 0,6 0 0,8 0 0,1-4 0,5 2 0,-13-6 0,0 7 0,-16-3 0,2 4 0,-17 0 0,7 0 0,-11 0 0,2 0 0,-9 3 0,-1 0 0,-7 4 0,-4 0 0,3-3 0,-2 2 0,3-5 0,-4 2 0,3-3 0,-3 0 0,4 0 0,-3 0 0,2 0 0,-3 0 0,4 0 0,-4 4 0,3-4 0,-2 7 0,-4-3 0,5 0 0,-4-1 0,12-3 0,8 0 0,8-4 0,4 3 0,0-2 0,0 3 0,-3 0 0,8-4 0,-3 3 0,9-7 0,1 7 0,5-7 0,0 7 0,1-7 0,-1 3 0,1 0 0,-6 1 0,-5 4 0,-10-3 0,-6 2 0,-3-2 0,0 3 0,-6 0 0,-5 0 0,0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5:07.913"/>
    </inkml:context>
    <inkml:brush xml:id="br0">
      <inkml:brushProperty name="width" value="0.05" units="cm"/>
      <inkml:brushProperty name="height" value="0.05" units="cm"/>
      <inkml:brushProperty name="color" value="#F0E8E7"/>
    </inkml:brush>
  </inkml:definitions>
  <inkml:trace contextRef="#ctx0" brushRef="#br0">232 409 24575,'13'0'0,"1"0"0,2 0 0,-1 0 0,0 0 0,-4 0 0,0 0 0,-4 0 0,0 0 0,-1 0 0,-8 0 0,-3 0 0,-9 0 0,-1 0 0,-1 0 0,-3 0 0,2 0 0,-7 0 0,3-8 0,-4 6 0,4-5 0,-3 3 0,3 3 0,1-6 0,-5 6 0,9-6 0,-4 6 0,9-5 0,-4 5 0,7-2 0,1 0 0,6 2 0,5-2 0,3 3 0,0 0 0,8 0 0,2 0 0,8 0 0,0 0 0,0 0 0,0 0 0,0 0 0,0 0 0,-4 0 0,-2 0 0,-4-3 0,-3 2 0,-1-3 0,-5 4 0,1 0 0,0 0 0,0 0 0,-3-2 0,-4 1 0,-8-5 0,0 5 0,-2-3 0,3 1 0,6 3 0,5-3 0,12 3 0,5 0 0,21-5 0,-13 0 0,24-1 0,-14-2 0,16 2 0,-4 1 0,-1-4 0,-2 8 0,-11-3 0,6 4 0,-12-4 0,-1 3 0,-5-3 0,0 4 0,-4 0 0,-5 0 0,-2 0 0,-6 0 0,3 0 0,-1 0 0,-2 0 0,6 0 0,-6 0 0,7 0 0,-4 0 0,4 0 0,1 0 0,-1 0 0,0 0 0,5 0 0,-4 0 0,4 0 0,-5 0 0,0 0 0,-4 0 0,4 0 0,-4 0 0,5 0 0,-1 0 0,-4 0 0,4 0 0,-4 0 0,4 0 0,-3 0 0,2-3 0,-6 2 0,3-5 0,-4 5 0,-1-2 0,1 3 0,0 0 0,0-3 0,0 2 0,0-2 0,-6 3 0,-10 0 0,-8 0 0,-8 0 0,-5 0 0,-2 0 0,-4 0 0,-1 0 0,6 0 0,1 0 0,4 0 0,6 0 0,0 0 0,8 0 0,2 0 0,3 0 0,0 0 0,0 0 0,-4 0 0,3 0 0,-3 0 0,1 0 0,2 0 0,-7 0 0,7 0 0,-2 0 0,6 3 0,-3-2 0,4 2 0,-4-3 0,0 3 0,0-3 0,1 3 0,-1 0 0,0-2 0,0 2 0,0-3 0,3 3 0,1 1 0,3 2 0,-5-2 0,0-1 0,-8-3 0,5 0 0,-6 0 0,2 0 0,-3 0 0,-5 0 0,-1 0 0,-4 0 0,-10 0 0,2 0 0,-9 0 0,5 0 0,6 0 0,1 0 0,9 0 0,5 0 0,5 0 0,7 3 0,1 0 0,6 1 0,1-1 0,6-3 0,2 3 0,3-2 0,4 2 0,2-3 0,4 0 0,5 0 0,2 4 0,4-3 0,0 4 0,1-5 0,-1 4 0,1-3 0,-6 3 0,-1-4 0,-5 0 0,-4 3 0,-1-2 0,-9 2 0,4-3 0,-4 0 0,1 0 0,2 0 0,-2 0 0,-1 0 0,3 0 0,2 0 0,1 0 0,7 0 0,-8 0 0,8 0 0,-8 0 0,8 0 0,-3 0 0,4 0 0,-4 0 0,-2 0 0,-4 0 0,5 0 0,-7 0 0,5 0 0,-6 0 0,3 0 0,-3 0 0,2 0 0,-6 0 0,2 0 0,-3 0 0,0 0 0,0 0 0,0 0 0,0 0 0,0 0 0,0 0 0,-1 0 0,1 0 0,0 0 0,0 0 0,0 0 0,3 0 0,2 0 0,3 0 0,0 0 0,0 0 0,1 0 0,-1 0 0,-3 0 0,-2 0 0,1 0 0,-3 0 0,6 0 0,-3 0 0,5 0 0,-1 0 0,0 0 0,0 0 0,5 0 0,-4 0 0,8 0 0,-8 0 0,4 0 0,-5 0 0,1 0 0,-1 0 0,-4 0 0,0 0 0,-4 0 0,0 0 0,0 0 0,-1 0 0,1 0 0,-1 0 0,1 0 0,0 0 0,3 0 0,2 0 0,3 0 0,5 0 0,0 0 0,6 0 0,-1 0 0,5 0 0,-4 0 0,9 0 0,-3 0 0,-1 0 0,-1-4 0,-5 4 0,-4-4 0,-2 4 0,-3 0 0,-1-4 0,0 3 0,5-2 0,-4 3 0,4-3 0,-5 2 0,0-6 0,0 6 0,1-2 0,-5-1 0,3 4 0,-6-7 0,3 7 0,-4-7 0,0 7 0,0-3 0,-1-1 0,1 1 0,0-1 0,0-3 0,0 7 0,0-7 0,0 7 0,0-3 0,-1 3 0,1 0 0,0 0 0,-1 0 0,1-3 0,-3-1 0,-1-2 0,-3-1 0,-7 0 0,-5 3 0,-8-3 0,-6 3 0,-4-5 0,-13-1 0,-3-4 0,-4 3 0,-4-3 0,9 0 0,-11-2 0,6 0 0,1 2 0,0 4 0,5 1 0,-4 3 0,4 2 0,-5 0 0,-7 3 0,11-4 0,-9 5 0,10 0 0,-6 0 0,7 0 0,1 0 0,5 0 0,0 0 0,-5 0 0,4 0 0,-4 0 0,5 0 0,1 0 0,-1 0 0,1 0 0,4 4 0,-3 1 0,9 3 0,0-3 0,6 2 0,8-6 0,-2 3 0,9-1 0,-2 0 0,10 1 0,1-1 0,6-3 0,2 0 0,7 0 0,13 0 0,13 0 0,12 0 0,13 0 0,10 0 0,-5 0 0,10 0 0,-13 0 0,7 0 0,-6 5 0,-9-4 0,-14 7 0,-13-7 0,-11 7 0,-6-7 0,-9 2 0,0 0 0,-4-2 0,-1 2 0,-7-3 0,-9 0 0,-10 0 0,-16 0 0,-2 0 0,-25 5 0,-3 1 0,0 5 0,-2 0 0,10-1 0,-6 0 0,13 0 0,2 0 0,18-1 0,5-1 0,10-3 0,5 1 0,7-2 0,4-1 0,8 0 0,7-3 0,2 0 0,17 0 0,0 0 0,22 0 0,1 0 0,13 0 0,3 0 0,-7 0 0,3 0 0,-12 0 0,6 0 0,-12 0 0,-2 0 0,-18 0 0,-5 0 0,-6 0 0,-9 0 0,0 0 0,-4 0 0,-9-3 0,-8 3 0,-20-8 0,-9 7 0,-17-3 0,-8 4 0,-9 0 0,-22 0-443,4 0 443,6 0 0,-6 0 0,23 0 0,-13 0 0,17 0 0,20 0 0,8 3 0,15-2 0,5 3 0,15-1 443,6-2-443,13 1 0,14-2 0,6 0 0,18 5 0,8-4 0,8 4 0,15-5 0,2 0 0,-14 0 0,17 0 0,-31 0 0,17 0 0,-21 0 0,-12 0 0,-9 0 0,-19 0 0,-2 0 0,-12-3 0,-2-1 0,-18 0 0,-7 2 0,-18 2 0,-8 0 0,-14 0 0,-9 0 0,-23 0-1061,-3 0 1061,41 2 0,0 1 0,1 3 0,-1 1 0,-1 0 0,3 0-378,-36 10 378,40-10 0,2-1 0,-17 4 0,-12 2 0,28-3 0,7 1 0,18-5 1040,19-1-1040,8-4 399,13 0-399,11 0 0,-3 0 0,25 4 0,0-3 0,23 4 0,3-5 0,14 5 0,-13-3 0,11 3 0,-12-5 0,-18 0 0,19 0 0,-38 0 0,10 0 0,-21 0 0,-14 0 0,-9 0 0,-12 0 0,-15 0 0,-12 0 0,-13 0 0,-7 0 0,0 0 0,-6 0 0,6 0 0,0 0 0,7 0 0,12 0 0,13 0 0,5 0 0,20 0 0,6 0 0,28 0 0,4 0 0,18 0 0,1 0 0,0 0 0,5 0 0,-5 0 0,7 0 0,-7 0 0,-1 0 0,-18 0 0,3 0 0,-14 0 0,-2 0 0,-5 0 0,-9 0 0,0 0 0,-4 0 0,-3-3 0,-1 0 0,-13-1 0,-4 1 0,-20-1 0,-5 3 0,-16-4 0,-18 0 0,-9 3 0,-15-3 0,22 1 0,-9 3 0,25-4 0,-6 5 0,9-4 0,18 3 0,6-4 0,16 5 0,5 0 0,13 0 0,3 0 0,19 0 0,9 0 0,24 0 0,9-5 0,21 4 0,10-4-526,-20 0 526,23-1 0,-32-5 0,6 4 0,-12-2 0,-23 8 0,-8-7 0,-15 7 0,-5-2 526,-7 0-526,-4 2 0,-8-2 0,-3-1 0,-9 3 0,-6-2 0,-11 3 0,-6 0 0,-7-4 0,-6 3 0,11-4 0,-16 5 0,16 0 0,-5 0 0,8 0 0,10 0 0,7 0 0,9 0 0,5 0 0,7-3 0,4 2 0,3-1 0,17-3 0,3 4 0,20-7 0,7 7 0,14-9 0,-11 5 0,15-6 0,-17 1 0,7 0 0,-8 0 0,-8-4 0,-15 5 0,-3 0 0,-12 2 0,-1 3 0,-8-3 0,0 1 0,-3-1 0,-6 3 0,-3 1 0,-6 3 0,-5-3 0,-6 2 0,0-3 0,-22 4 0,14 0 0,-21 0 0,12 0 0,-7 0 0,-5 0 0,9 0 0,-8 4 0,10 2 0,6 3 0,2 0 0,11-1 0,4-3 0,5 2 0,5-7 0,8 6 0,3-5 0,11 2 0,2-3 0,6 3 0,1-2 0,6 6 0,0-6 0,15 8 0,-2-8 0,10 8 0,0-8 0,0 3 0,0-4 0,-5 0 0,-2 0 0,-15 0 0,-2 0 0,-10 0 0,-4 0 0,-6 0 0,-19 0 0,-15 0 0,-21 0 0,-14-5 0,-16 4 0,11-9 0,-22 9 0,30-3 0,-25 4 0,27 0 0,2 0 0,15 0 0,10 0 0,6 0 0,10 0 0,6 0 0,3 0 0,0 0 0,6 0 0,8 0 0,9 0 0,19 0 0,3 0 0,18 0 0,8 0 0,16 0 0,-12 0 0,16 0 0,-31 0 0,10 0 0,-20 0 0,-10 0 0,-12 0 0,-10 0 0,-13 0 0,-25 0 0,3 0 0,-43 0 0,19 0 0,-30 0 0,25 0 0,-15 0 0,9 0 0,-6 4 0,0 2 0,3 4 0,5-4 0,0 3 0,7-4 0,2 0 0,15-1 0,-3 0 0,19-3 0,2 3 0,8-4 0,9 0 0,3 0 0,9 0 0,11 0 0,7 0 0,6 0 0,24 0 0,-9 0 0,24 0 0,3 0 0,1 0 0,-7 0 0,2 0 0,-10 0 0,6 0 0,-13 0 0,-11 0 0,-21 0 0,-2 0 0,-14 0 0,0 0 0,-10 0 0,-10 0 0,-13 0 0,-21 0 0,3 0 0,-35 0 0,31 0 0,-31 0 0,30 4 0,-17 2 0,11 4 0,-5 4 0,12-3 0,7 2 0,7-4 0,9-1 0,5 0 0,8-1 0,8-3 0,7-1 0,5-3 0,7 0 0,13 0 0,6 0 0,18 0 0,1 0 0,22 0 0,-5 0 0,0-5 0,-5 0 0,-18-1 0,-2-3 0,-6 4 0,-17 0 0,-5-2 0,-10 6 0,-7-5 0,-11 5 0,-17-2 0,-20 3 0,-20 0 0,-16 0 0,-10 0-315,38 0 1,-1 0 314,-45 0 0,40 0 0,2 0 0,-21 0 0,-23 0-172,39 0 172,-17 0 0,21 0 0,7 0 0,13 0 0,14 0 623,8 0-623,8 0 178,9 0-178,3-3 0,19 2 0,3-2 0,9 3 0,13 0 0,-10 0 0,22-5 0,-16 4 0,17-4 0,-5 0 0,0 4 0,-7-8 0,-8 4 0,-15 0 0,-2-2 0,-10 6 0,-3-3 0,-2 1 0,-6 0 0,-4-1 0,-12 1 0,-10 3 0,-9 0 0,-11 0 0,4 0 0,-17 0 0,10 0 0,-5 0 0,2 0 0,15 0 0,-3 0 0,16 0 0,0 0 0,14-3 0,7 2 0,14-5 0,2 1 0,7-3 0,-8 0 0,4 0 0,-5 4 0,-4-3 0,0 7 0,-4-6 0,-9 5 0,-3-2 0,-9 3 0,-2 0 0,-3 0 0,-2 0 0,-9 0 0,3 0 0,-3 0 0,5 0 0,0 3 0,4-2 0,1 3 0,5-4 0,3 0 0,-2 3 0,6-2 0,-3 3 0,4-4 0,1 0 0,-1 0 0,0 0 0,0 0 0,0 0 0,0 0 0,6 0 0,5 0 0,17 0 0,6 0 0,9 0 0,13 0 0,-10 0 0,16 0 0,-12-5 0,1 4 0,-7-7 0,-7 7 0,-9-3 0,-5 1 0,-6 2 0,-3-2 0,-6 3 0,-5 0 0,-8 0 0,-7 0 0,-2 0 0,-4 0 0,0 0 0,-6 0 0,5 0 0,-9 0 0,8 0 0,-8 0 0,8 0 0,2 0 0,0 0 0,9 0 0,0 0 0,5 0 0,4 0 0,0 0 0,0 0 0,0 0 0,1 0 0,-1 0 0,3 3 0,1 1 0,6 0 0,1-1 0,6-3 0,6 0 0,10 0 0,5 0 0,6 0 0,5 0 0,-4 0 0,4 0 0,-11 0 0,-5-4 0,-6 3 0,-9-5 0,0 5 0,-4-2 0,-4 0 0,1-1 0,-4-2 0,-3 2 0,-5 2 0,0-2 0,-6 4 0,2-3 0,1 3 0,-4-4 0,4 3 0,-5-2 0,5 3 0,-4 0 0,3-4 0,-7 4 0,2-4 0,-2 1 0,3 2 0,-3-6 0,2 6 0,-3-3 0,5 1 0,3 2 0,2-3 0,3 4 0,3-3 0,4 3 0,4-3 0,2 3 0,1 0 0,0 0 0,0 0 0,0 0 0,3 0 0,-2 0 0,3 0 0,-4 0 0,0-3 0,0 2 0,-1-2 0,1 3 0,0 0 0,-9 0 0,-3 0 0,-6 0 0,1 0 0,3 0 0,0 0 0,0 0 0,0 0 0,0 0 0,0 0 0,0 0 0,-4 0 0,-1 0 0,1 0 0,-4 0 0,4 0 0,-5 0 0,1 0 0,3 0 0,2 0 0,3 0 0,0 0 0,0 0 0,0 0 0,-4 0 0,3 0 0,-3 0 0,4 0 0,0 0 0,-3 0 0,2 0 0,-3 0 0,4 0 0,7 0 0,3 0 0,5 0 0,2 0 0,-3 0 0,0 0 0,3 0 0,6 0 0,5 0 0,4 0 0,5 0 0,1 0 0,6 0 0,-1 0 0,0 0 0,-4 0 0,-2 0 0,-10 0 0,0 0 0,-8 0 0,-2 0 0,-3 0 0,0 0 0,0 0 0,-1 0 0,1 0 0,0 0 0,-1 0 0,1 0 0,0 0 0,-1 0 0,1 0 0,0 0 0,-1 0 0,-2-3 0,-4 2 0,-4-2 0,-6 3 0,2-3 0,-3 3 0,4-3 0,0 3 0,0 0 0,0 0 0,-3 0 0,-2 0 0,1 0 0,-4 0 0,4 0 0,-1 0 0,-3 0 0,8 0 0,-4 0 0,0 0 0,3 0 0,-2 0 0,3 0 0,0 0 0,0 0 0,0 0 0,0 0 0,0 0 0,1 0 0,-1 0 0,0 0 0,1 0 0,-1 0 0,0 0 0,-4 0 0,3 0 0,-2 0 0,-1 0 0,3 0 0,-3 0 0,4 0 0,0 0 0,0 0 0,0 0 0,1 0 0,-1 0 0,0 0 0,0 0 0,0 0 0,0 0 0,0 0 0,0 0 0,0 0 0,1 0 0,-1 0 0,6 0 0,5 0 0,3 0 0,3 0 0,-3 0 0,4 0 0,-3 0 0,6 0 0,-6 0 0,2 0 0,-3 0 0,0-7 0,0 5 0,1-5 0,-1 7 0,-1 0 0,1 0 0,0 0 0,0 0 0,0 0 0,0 0 0,3 0 0,-2 0 0,3 0 0,-1 0 0,-2 0 0,3 0 0,-4 0 0,0-3 0,-1 2 0,1-2 0,0 3 0,0 0 0,0 0 0,0 0 0,-1 0 0,1 0 0,0 0 0,0 0 0,0 0 0,0 0 0,0 0 0,0 0 0,0 0 0,-1 0 0,1 0 0,0 0 0,0 0 0,0 0 0,0 0 0,0 0 0,0 0 0,0 0 0,-1 0 0,1 0 0,-1 0 0,-5 0 0,-6 0 0,-2 0 0,-4 0 0,4 0 0,0 0 0,0 0 0,-4 0 0,3 0 0,-6 0 0,6 0 0,-7 0 0,4 0 0,-1 0 0,1 0 0,1 0 0,2 0 0,-3 0 0,4 0 0,0 0 0,0 0 0,0 0 0,0 0 0,0 0 0,0 0 0,0 0 0,0 0 0,0 0 0,1 0 0,-1 0 0,0 0 0,0 0 0,0 0 0,0 0 0,0 0 0,-3 0 0,2 0 0,-3 0 0,0 0 0,3 0 0,-2 0 0,3 0 0,0 0 0,0 0 0,0 0 0,0 0 0,0 0 0,0 0 0,-4 0 0,3 0 0,-2 0 0,3 0 0,-4 0 0,3 0 0,-3 0 0,4 0 0,0 0 0,0 0 0,0 0 0,0 0 0,0 0 0,6 0 0,9 0 0,4 0 0,6 0 0,2 0 0,-4 0 0,8 0 0,-3 0 0,-1 0 0,4 0 0,-7 0 0,2 0 0,-7 0 0,-2 0 0,1 0 0,-3 0 0,2 0 0,-3 0 0,0 0 0,0 0 0,0 0 0,0 0 0,0 0 0,0 3 0,-1-2 0,1 2 0,0-3 0,0 0 0,0 3 0,0-2 0,0 2 0,0-3 0,0 0 0,-1 3 0,1-2 0,0 2 0,0-3 0,0 0 0,0 3 0,0-2 0,0 2 0,0-3 0,-4 3 0,4-2 0,-4 2 0,4 0 0,0-3 0,-1 4 0,1-1 0,0-3 0,-1 3 0,1 0 0,0-2 0,0 5 0,0-5 0,0 5 0,0-5 0,0 2 0,0 0 0,0-2 0,-1 5 0,1-5 0,0 2 0,0 0 0,0-2 0,0 5 0,0-5 0,0 2 0,0-3 0,-1 3 0,5-3 0,1 4 0,3-4 0,0 0 0,5 0 0,0 3 0,5-2 0,1 3 0,-1 0 0,0-3 0,5 2 0,-4 1 0,4-3 0,-9 3 0,3-4 0,-3 0 0,-1 0 0,4 0 0,-7 0 0,7 0 0,-4 0 0,1 0 0,3 0 0,-8 3 0,4-2 0,-5 2 0,0-3 0,1 0 0,-1 0 0,0 0 0,-3 0 0,2 0 0,-3 0 0,5 0 0,-5 0 0,4 0 0,-4 0 0,4 0 0,-3 0 0,2 0 0,-6 0 0,6 0 0,-6 0 0,3 0 0,-4 0 0,-1 0 0,-22-4 0,3 0 0,-20-5 0,2 5 0,0 0 0,-6 0 0,1 3 0,-1-3 0,1 4 0,-1 0 0,1 0 0,-1 0 0,6 0 0,1 0 0,-1 0 0,5 0 0,-4 0 0,5 0 0,4 0 0,-3 0 0,7 0 0,-7 0 0,8 0 0,0 0 0,1 0 0,4 0 0,-1 0 0,1 0 0,1 0 0,2 0 0,-3 0 0,4 0 0,0 0 0,3 2 0,1-1 0,3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9-24T06:15:17.252"/>
    </inkml:context>
    <inkml:brush xml:id="br0">
      <inkml:brushProperty name="width" value="0.05" units="cm"/>
      <inkml:brushProperty name="height" value="0.05" units="cm"/>
      <inkml:brushProperty name="color" value="#F0E8E7"/>
    </inkml:brush>
  </inkml:definitions>
  <inkml:trace contextRef="#ctx0" brushRef="#br0">776 220 24575,'2'0'0,"0"0"0,11 0 0,-5 0 0,3 0 0,-1 0 0,-2 0 0,6 0 0,-6 0 0,3 0 0,-5 0 0,1 0 0,0 0 0,0 0 0,0 0 0,-1 0 0,1 0 0,0 0 0,-1 0 0,1 0 0,0 0 0,0 0 0,0 0 0,0 0 0,3 0 0,-2 0 0,6 0 0,-6 0 0,3 0 0,-4 0 0,0 0 0,0 0 0,-9 0 0,-8 0 0,-10 0 0,-5 0 0,0 0 0,-5 0 0,-7 0 0,-1 0 0,-10 0 0,10 0 0,-4 0 0,10 0 0,2 0 0,9 0 0,2 0 0,3 0 0,5-3 0,0 2 0,10-2 0,2 3 0,9 0 0,-2 0 0,6 0 0,-2 0 0,3 0 0,5 0 0,0-4 0,11 3 0,0-7 0,5 7 0,1-7 0,-1 7 0,-4-7 0,-2 7 0,-10-3 0,0 1 0,-5 2 0,-3-2 0,-2 3 0,-3 0 0,-6 0 0,-8 0 0,-2 0 0,-4 0 0,6 0 0,5 0 0,6 0 0,3 0 0,7-4 0,-2 3 0,3-2 0,0-1 0,5 4 0,0-8 0,5 7 0,0-6 0,0 6 0,0-7 0,0 8 0,1-4 0,-6 4 0,0 0 0,-9 0 0,0 0 0,-4 0 0,-1 0 0,1 0 0,0 0 0,0 0 0,-1 0 0,1 0 0,0 0 0,4 0 0,0 0 0,9 0 0,5 0 0,2 0 0,3 0 0,0 0 0,-4 0 0,4 0 0,-5 0 0,-4 0 0,-1 0 0,-5 0 0,0 0 0,-3 0 0,-2 0 0,-3 0 0,-3 3 0,-1 0 0,-3 4 0,0-1 0,0 1 0,-3-3 0,-1 2 0,-2-6 0,-1 3 0,-4-3 0,3 0 0,-3 0 0,5 4 0,-1-4 0,0 3 0,0-3 0,0 0 0,0 0 0,0 0 0,-8 0 0,2 4 0,-11 0 0,-2 5 0,-6-1 0,-4 2 0,-6-1 0,4 0 0,-5 1 0,7-1 0,4-1 0,2 1 0,9-4 0,2-2 0,3-3 0,5 0 0,0 0 0,4 0 0,0 0 0,0 0 0,0 0 0,0 0 0,0 0 0,0 0 0,0 0 0,0 0 0,0 0 0,0 0 0,0 0 0,0 0 0,0 0 0,0 0 0,3-3 0,-2 3 0,3-6 0,-4 5 0,3-5 0,-2 5 0,8-2 0,-1 3 0,6 0 0,3 0 0,2-4 0,8 4 0,-4-7 0,8 6 0,-3-6 0,-1 6 0,0-3 0,-9 4 0,0 0 0,-4-3 0,0 2 0,-6-2 0,-9 3 0,-4 0 0,-10 0 0,5 0 0,-3 0 0,5 0 0,-5 0 0,4 0 0,-4 0 0,5-3 0,-1-2 0,5-2 0,-8-1 0,10 4 0,-14-4 0,14 4 0,-10 0 0,11-2 0,-3 5 0,4-2 0,1 3 0,5 0 0,8 0 0,2 0 0,8 0 0,-6 0 0,5 0 0,3 0 0,2 0 0,4 0 0,0 0 0,5 0 0,7 0 0,1 0 0,4 0 0,1 0 0,-11 0 0,9 0 0,-14 3 0,3-2 0,-10 3 0,0-1 0,-8-2 0,-2 3 0,-3-4 0,0 0 0,0 0 0,0 0 0,0 0 0,-1 0 0,1 0 0,0 0 0,0 0 0,3 0 0,2 0 0,3 0 0,0 0 0,1 0 0,-5 0 0,4 0 0,-4 0 0,1 0 0,-2 0 0,-3 0 0,0 0 0,2 0 0,17 0 0,1 0 0,35 0 0,-15 4 0,22 2 0,-12 4 0,6-4 0,-11 3 0,2-8 0,-21 6 0,3-6 0,-11 3 0,-4-4 0,-2 0 0,-4 0 0,1 0 0,-5 0 0,4 0 0,-4 0 0,4 0 0,1 0 0,-5 0 0,3 0 0,-6 0 0,3 0 0,0 0 0,-4 0 0,4 0 0,-4 0 0,0 0 0,0 0 0,0 0 0,-1 0 0,1 0 0,-6 0 0,-5 0 0,-4 0 0,-6 0 0,2 0 0,1 0 0,-4 0 0,4-3 0,-5 2 0,1-3 0,-5 0 0,-1 0 0,0-4 0,-3 3 0,4-2 0,-1 2 0,1 1 0,5 0 0,-1 1 0,5 2 0,0-2 0,10 3 0,6 0 0,6 0 0,4 0 0,5 0 0,0 0 0,5 0 0,6 0 0,-5 0 0,9-4 0,-4 3 0,6-4 0,-6 5 0,-1 0 0,-5 0 0,-4 0 0,-1 0 0,-9 0 0,0 0 0,-4 0 0,0 0 0,-1 0 0,-5 0 0,-5-3 0,-7 2 0,-9-2 0,-1 3 0,-4 0 0,0 0 0,0 0 0,-1 0 0,1 0 0,0 0 0,4 0 0,5 0 0,6 0 0,3 0 0,6 0 0,5 0 0,3 0 0,3 0 0,-3 0 0,3 0 0,2 0 0,0-3 0,2 2 0,-6-2 0,2 3 0,1 0 0,-3 0 0,2 0 0,-3 0 0,0 0 0,4 0 0,0 0 0,4 0 0,1 0 0,-1 0 0,0 0 0,0 0 0,-3 0 0,-2 0 0,-3 0 0,-6 0 0,-5-4 0,-12 3 0,-10-2 0,0-1 0,-5 3 0,1-2 0,4 3 0,-4 0 0,5 0 0,-1 0 0,1 0 0,0 0 0,4-4 0,-3 3 0,4-2 0,-6 3 0,1 0 0,0 0 0,4 0 0,2 0 0,3 0 0,5 0 0,0 0 0,10 0 0,16 0 0,0 0 0,15 0 0,-4 0 0,11 0 0,1 0 0,10 0 0,-5 0 0,7 0 0,-7 0 0,0 0 0,-7 0 0,-5 0 0,-5 0 0,-6 0 0,-9 0 0,0 0 0,-4 0 0,-1 0 0,-5 0 0,-9 0 0,-5 0 0,-11 0 0,8 0 0,-8 4 0,3 0 0,-9 5 0,3-1 0,-8 1 0,3 0 0,-4 0 0,4 0 0,-3 0 0,9-1 0,0 1 0,6-1 0,8-1 0,2-3 0,3-1 0,3 0 0,4-2 0,3 2 0,8-3 0,0 0 0,4 0 0,5 0 0,1 0 0,4 0 0,5 0 0,-4 0 0,15 0 0,-8 4 0,15-3 0,-11 3 0,5 0 0,-10-3 0,-2 3 0,-9-4 0,-5 0 0,-6 3 0,-9-2 0,-5 2 0,-12-3 0,-10 4 0,0-3 0,-10 3 0,-1 1 0,-1 0 0,-10 5 0,10-1 0,-4 0 0,5 0 0,1-4 0,5 3 0,5-7 0,6 6 0,8-6 0,-2 2 0,9 0 0,-5-2 0,7 2 0,-1 0 0,4-2 0,7 2 0,4-3 0,5 0 0,-1 0 0,4 0 0,2 0 0,0 0 0,3 0 0,-4 0 0,1 0 0,-1 0 0,-9 0 0,0 0 0,-4 0 0,-6 0 0,-2 3 0,-6 1 0,0 3 0,0 0 0,0 0 0,0 3 0,-5 6 0,-1 10 0,-4 0 0,-6 10 0,4-4 0,-4 6 0,5-7 0,1-1 0,4-5 0,1-8 0,8 2 0,1-11 0,3 2 0,0-3 0,0 0 0,0 0 0,0-1 0,0 1 0,0-1 0,5-5 0,0-2 0,8-9 0,-2 2 0,4-4 0,5 1 0,-4 2 0,8-7 0,-3 3 0,0-3 0,3 0 0,-4 0 0,1-1 0,3 1 0,-11 0 0,6 4 0,-7-3 0,-1 7 0,0 0 0,-4 2 0,-1 5 0,1-2 0,-3 6 0,-1 4 0,-3 1 0,0 6 0,0-6 0,0 3 0,0-1 0,0-2 0,0 6 0,0-6 0,0 3 0,0-1 0,0-2 0,0 3 0,0-4 0,-3 0 0,2-1 0,-2 1 0,3 0 0,-3-3 0,2 2 0,-5-5 0,3 2 0,-4-3 0,4-3 0,0-1 0,3-3 0,0-4 0,0 3 0,0-2 0,0 3 0,0 0 0,0 0 0,-3 0 0,2 0 0,-2 0 0,3 0 0,-3 3 0,2-2 0,-5 2 0,5-2 0,-5 2 0,5-2 0,-1 2 0,2-3 0,0 0 0,-4 0 0,4 0 0,-3-3 0,3-2 0,0-3 0,-4-5 0,3 4 0,-3-8 0,4 7 0,0-7 0,0 8 0,0-8 0,0 7 0,0-7 0,0 3 0,0 1 0,0 0 0,0 8 0,0-2 0,0 6 0,0 3 0,0 6 0,0 9 0,0 2 0,0 3 0,-4 5 0,0-4 0,-4 8 0,-4-3 0,2 9 0,-6-4 0,2 9 0,1-8 0,-4 3 0,8-9 0,1-2 0,1-4 0,6-3 0,-2-1 0,-1-5 0,4 1 0,-3 0 0,3 0 0,0 0 0,0-1 0,-4-2 0,4 2 0,-3-3 0,3 4 0,-3-4 0,2 3 0,-2-2 0,0 3 0,2-1 0,-4-2 0,4 1 0,-2-7 0,3 2 0,0-7 0,0 0 0,3-4 0,1 3 0,4-6 0,-1 2 0,1-3 0,-1 0 0,1-1 0,0-3 0,0 2 0,-1-2 0,1 3 0,-1 5 0,1-4 0,-1 7 0,0-2 0,-3 3 0,2 0 0,-5 0 0,2 0 0,-3 4 0,0 0 0</inkml:trace>
  <inkml:trace contextRef="#ctx0" brushRef="#br0" timeOffset="4205">1740 430 24575,'11'0'0,"-1"0"0,-3 0 0,4 0 0,0 0 0,9 0 0,0 0 0,5 0 0,-4 0 0,3 0 0,-3 0 0,-4 0 0,1 0 0,-10 0 0,-3 0 0,-6 0 0,-9 0 0,-2 0 0,-8 0 0,0 0 0,-6 0 0,-4 0 0,4 0 0,-4 0 0,4 4 0,1-3 0,8 3 0,-2-4 0,20 0 0,17 0 0,15 0 0,17 0 0,6 0 0,-5-5 0,11 4 0,-5-8 0,0 4 0,-7-1 0,-8-3 0,-11 8 0,-9-3 0,-3 1 0,-11 2 0,2-3 0,-14 4 0,-2 0 0,-21 0 0,5 0 0,-13 0 0,3 0 0,1 0 0,5 0 0,6 0 0,9 0 0,0 0 0,10 0 0,10 0 0,3 0 0,12 0 0,-3 0 0,9 0 0,1 0 0,6 0 0,5 0 0,1-8 0,1 5 0,4-5 0,-10 8 0,4-4 0,-11 3 0,-1-4 0,-9 5 0,-5-3 0,-6 3 0,-3-4 0,-6 4 0,-10 0 0,-7 0 0,-9 0 0,-1-3 0,-4 2 0,-1-3 0,-6 4 0,-5 0 0,-8 0 0,-14 0 0,11 0 0,-15 0 0,17 0 0,-6 0 0,1 0 0,12 0 0,7 0 0,7 0 0,9 0 0,5 0 0,5 0 0,13 0 0,3 0 0,18 0 0,10 0 0,11 0 0,18 0 0,-15 0 0,28-5 0,-22 4 0,18-9 0,-14 9 0,-7-8 0,-8 8 0,-15-7 0,-6 8 0,-10-4 0,-10 4 0,-6 0 0,-6 0 0,-9 0 0,-1 0 0,-9 0 0,4 0 0,-10 0 0,5 0 0,-6 0 0,1 4 0,-1-3 0,6 3 0,1-4 0,5 0 0,4 0 0,1 0 0,5 0 0,3 0 0,8-6 0,4 2 0,11-6 0,0-1 0,5 3 0,-1-7 0,4 6 0,2-6 0,0 3 0,3-5 0,-4 1 0,6-1 0,-1 4 0,0-3 0,-5 3 0,4 1 0,-11 1 0,5 3 0,-10 4 0,3-3 0,-10 7 0,-10-3 0,-13 3 0,-15 0 0,-1 0 0,-10 4 0,-2 6 0,-1 6 0,1 0 0,7 1 0,7-7 0,9 6 0,2-7 0,13 2 0,2-4 0,9-3 0,1-1 0,10-3 0,6 0 0,5 0 0,9-4 0,1-5 0,6-1 0,-1-7 0,6 2 0,-4-4 0,4 0 0,-5 1 0,-6 0 0,-1 1 0,-9 1 0,-5 4 0,-6 1 0,-3 4 0,0 0 0,-3 0 0,-7 3 0,-1 1 0,-14 3 0,5 4 0,-17 10 0,1 5 0,-17 17 0,-7 2 0,4 3 0,-8-3 0,17 0 0,-3-12 0,10 1 0,7-11 0,10-3 0,6-6 0,8-7 0,11-8 0,14-10 0,4 0 0,15-10 0,-8 4 0,9-1 0,0-3 0,-5 9 0,4-5 0,-11 10 0,0 1 0,-11 9 0,-4-3 0,-2 6 0,-6-2 0,3 3 0,-7 3 0,-1 1 0,-3 2 0,-7 1 0,2 0 0,-9 4 0,2 1 0,-3 3 0,3-3 0,1 2 0,0-6 0,3 7 0,0-7 0,4 2 0,7-6 0,1-4 0,2-1 0,1-8 0,0 4 0,1-6 0,2 4 0,-2 3 0,3-3 0,-13 7 0,-8-4 0,-10 4 0,-5 4 0,-5 5 0,3 4 0,-8 5 0,9-4 0,-4 2 0,9-7 0,1 2 0,9-6 0,9-2 0,7-3 0,13 0 0,3-4 0,4-4 0,0-1 0,0-7 0,-4 10 0,-2-8 0,-7 12 0,-2-8 0,-3 6 0,-9 0 0,-7 1 0,-16 3 0,-7 0 0,-4 0 0,-20 0 0,20 0 0,-38 0 0,38 0 0,-32 5 0,23 0 0,-11 6 0,7 3 0,5-4 0,7 4 0,11-6 0,10 0 0,5-4 0,10-1 0,10-3 0,13 0 0,15 0 0,6 0 0,13 0 0,8 0 0,-11 0 0,15 0 0,-17 0 0,1 0 0,-4 0 0,-16 0 0,-6 0 0,-7 3 0,-7-2 0,-2 3 0,-3-4 0,0 0 0,-9 0 0,-7 0 0,-16 4 0,-1-3 0,-10 7 0,5-3 0,-6 0 0,1 3 0,4-3 0,2 3 0,9 0 0,5-3 0,6 1 0,6-2 0,1 3 0,9 0 0,2-4 0,9 0 0,-1-3 0,6 0 0,-1 0 0,0 0 0,-2 0 0,-3 0 0,-5 0 0,0 0 0,-4 0 0,-4 0 0,1 0 0</inkml:trace>
  <inkml:trace contextRef="#ctx0" brushRef="#br0" timeOffset="6968">1933 524 24575,'-14'0'0,"0"0"0,-1 0 0,3 0 0,2 0 0,3 0 0,5 0 0,10 0 0,0 0 0,9 0 0,-1 0 0,1 0 0,7 0 0,-8 0 0,4 0 0,-5 0 0,0 0 0,-3 0 0,-2 0 0,-3 0 0,-3-3 0,-4 2 0,-4-1 0,-2 2 0,-5 0 0,-1 0 0,-7 0 0,-2 0 0,-4 0 0,-1 0 0,1 0 0,0 0 0,4 0 0,2 0 0,7 0 0,1 0 0,4 0 0,3-3 0,1-1 0,6 1 0,1-3 0,3 5 0,-1-2 0,5-1 0,1 0 0,-1-3 0,3-1 0,-2 1 0,3-1 0,-3-3 0,-1 2 0,-4-1 0,0 3 0,-4 0 0,1 0 0,-4 0 0,0 0 0,-4 4 0,-8-4 0,0 6 0,-12-7 0,-2 7 0,0-6 0,-5 6 0,11-6 0,-4 6 0,11-3 0,-6 4 0,11 0 0,3 0 0,6 0 0,9 0 0,-2 0 0,6 0 0,-2 0 0,3 0 0,0 0 0,1 0 0,-1 0 0,0 0 0,0 4 0,0-3 0,1 2 0,-5-3 0,4 0 0,-8 0 0,4 0 0,0 0 0,-4 0 0,4 0 0,-7 3 0,-1 0 0,-9 4 0,-3-4 0,-2 4 0,-3-7 0,6 6 0,0-2 0,2 0 0,5 2 0,1-5 0,4 2 0,6-3 0,2 0 0,3 0 0,5 0 0,-4 0 0,4 0 0,-5 0 0,0 0 0,-3 0 0,-2 0 0,-3 0 0,0 0 0,0 0 0,-1 0 0,-8 0 0,-3 0 0,-10 0 0,0 0 0,0 0 0,-1 0 0,1 0 0,0 0 0,3 0 0,1 3 0,4-2 0,0 5 0,4-2 0,-1 2 0,7-2 0,1-1 0,6-3 0,2 0 0,3 0 0,0 0 0,5 0 0,1 0 0,4 0 0,0 0 0,0 0 0,-4 0 0,-2 0 0,-7 0 0,-2 0 0,-3 0 0,-3 0 0,-1 0 0</inkml:trace>
  <inkml:trace contextRef="#ctx0" brushRef="#br0" timeOffset="10054">2147 569 24575,'-3'-4'0,"-4"1"0,-1 3 0,-3 0 0,4 0 0,-3 0 0,8 0 0,-1 0 0,13 0 0,1 0 0,9 0 0,1 0 0,4 0 0,0-4 0,0 4 0,-4-8 0,3 7 0,-8-2 0,0 3 0,-6-3 0,-3 2 0,0-2 0,-6 3 0,-5 0 0,-8 0 0,-3 0 0,-5 0 0,-6 0 0,-5 0 0,-11 0 0,-2 0 0,0 0 0,-4 4 0,5 2 0,-1-1 0,2 4 0,10-8 0,2 6 0,9-6 0,1 3 0,9-4 0,0 0 0,4 0 0,0 0 0,9 0 0,3 0 0,9 0 0,11 0 0,8-4 0,-1 3 0,15-8 0,-14 4 0,9-1 0,-11-2 0,0 4 0,-11-1 0,0-2 0,-9 6 0,0-2 0,-4 3 0,-3-4 0,-4 4 0,-8-3 0,-7 3 0,-6 0 0,-9 0 0,3 0 0,-8 0 0,9 0 0,-4 0 0,9 0 0,1 0 0,5 0 0,3 0 0,1 0 0,4 0 0,6-3 0,6-1 0,6 0 0,13-8 0,-6 7 0,16-8 0,-1 0 0,5 2 0,4-3 0,-11 5 0,-5 1 0,-6 0 0,-5 4 0,-4 0 0,0 4 0,-10 0 0,-9 0 0,0 0 0,-10 0 0,7 0 0,-5 0 0,1 0 0,0 0 0,-1 0 0,1 0 0,0 4 0,3-3 0,1 2 0,4-3 0,6 0 0,5 0 0,7 0 0,3 0 0,2 0 0,-1 0 0,5 0 0,0 0 0,5 0 0,0 0 0,0 0 0,-4 0 0,-1 0 0,-5 0 0,0 0 0,-3 0 0,-2 0 0,-3 0 0,-9 0 0,1 0 0,-13 3 0,3-2 0,-9 6 0,4-6 0,-4 6 0,4-6 0,1 6 0,0-6 0,3 5 0,2-5 0,3 2 0,3 0 0,-3 1 0,7 3 0,-3-1 0,3 1 0,0 0 0,2-4 0,2 0 0,3-3 0,0 0 0,3 0 0,-2 0 0,6 0 0,-2 0 0,-1 0 0,0 0 0,-4 0 0,0 0 0,0 0 0,0 0 0,-1 0 0,-5 0 0,-5 0 0,-3 0 0,0 3 0,1-2 0,5 5 0,-2-2 0,6 0 0,1-2 0,2-2 0,5 0 0,-4 0 0,8 0 0,-7 0 0,2 0 0,-3 0 0,0 0 0,0 0 0,-1 0 0,0 0 0,1 0 0,0 0 0,-1 0 0,1 0 0,0 0 0,0 0 0,0-3 0,0 3 0,-1-4 0,-2 4 0,-1 0 0</inkml:trace>
  <inkml:trace contextRef="#ctx0" brushRef="#br0" timeOffset="12179">2403 758 24575,'-14'-3'0,"0"-1"0,-1-4 0,0 0 0,-1 1 0,5-1 0,-4 0 0,7 1 0,-2 0 0,6 0 0,-3 3 0,7-2 0,-6 5 0,5-5 0,-5 2 0,5-2 0,-2-1 0,6 3 0,5 2 0,3-2 0,4 3 0,5-6 0,-4 3 0,8-5 0,-3 5 0,9-8 0,-4 6 0,4-7 0,-5 9 0,0-4 0,-4 4 0,-5-1 0,-5 2 0,-4 0 0,-9 2 0,-8-2 0,-10 3 0,-5 0 0,-5 0 0,3 0 0,-8 0 0,9 0 0,-9 0 0,3 4 0,1 1 0,0 3 0,6 1 0,0-5 0,4 3 0,2-6 0,3 2 0,1-3 0,3 0 0,2 0 0,3 0 0,8 0 0,9 0 0,5 0 0,9 0 0,-3 0 0,4 0 0,5 0 0,-4 0 0,0 0 0,-7 0 0,-3 0 0,-5 0 0,0-3 0,-13 3 0,-3-4 0,-9 4 0,-2 0 0,-3 0 0,-2 0 0,-4 0 0,4 0 0,1 0 0,5 0 0,3 0 0,7 0 0,6 0 0,5 0 0,1 0 0,0 0 0,0 0 0,-3 0 0,-1 0 0</inkml:trace>
  <inkml:trace contextRef="#ctx0" brushRef="#br0" timeOffset="14158">567 221 24575,'19'-4'0,"-4"1"0,-11 3 0,-5 0 0,-5 0 0,-5 0 0,-1 0 0,-8 0 0,-5 0 0,-13 0 0,0 0 0,-23 0 0,8 0 0,-6 0 0,-2 0 0,16 0 0,-11 0 0,18 3 0,2-2 0,15 6 0,5-6 0,8 5 0,8-5 0,4 5 0,6-5 0,2 2 0,3 0 0,0-2 0,0 2 0,1-3 0,-5 0 0,4 0 0,-8 0 0,4 0 0,0 0 0,-4 0 0,4 0 0,0 0 0,-4 0 0,8 0 0,-8 0 0,4 0 0,-4 0 0,0 0 0,0 0 0,-6 0 0,1 0 0,-5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F6B0E6E8-EC68-4B94-BECB-01FE5843A22C}" type="datetimeFigureOut">
              <a:rPr lang="zh-CN" altLang="en-US"/>
              <a:pPr>
                <a:defRPr/>
              </a:pPr>
              <a:t>2019/9/24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a:lvl1pPr>
          </a:lstStyle>
          <a:p>
            <a:fld id="{A6E2E758-AF5E-403E-8886-D2B0E2F05021}" type="slidenum">
              <a:rPr lang="zh-CN" altLang="en-US"/>
              <a:pPr/>
              <a:t>‹#›</a:t>
            </a:fld>
            <a:endParaRPr lang="zh-CN" altLang="en-US"/>
          </a:p>
        </p:txBody>
      </p:sp>
    </p:spTree>
    <p:extLst>
      <p:ext uri="{BB962C8B-B14F-4D97-AF65-F5344CB8AC3E}">
        <p14:creationId xmlns:p14="http://schemas.microsoft.com/office/powerpoint/2010/main" val="25432644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418130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每个</a:t>
            </a:r>
            <a:r>
              <a:rPr lang="en" altLang="zh-CN" sz="1200" b="0" i="0" kern="1200" dirty="0">
                <a:solidFill>
                  <a:schemeClr val="tx1"/>
                </a:solidFill>
                <a:effectLst/>
                <a:latin typeface="+mn-lt"/>
                <a:ea typeface="+mn-ea"/>
                <a:cs typeface="+mn-cs"/>
              </a:rPr>
              <a:t>property</a:t>
            </a:r>
            <a:r>
              <a:rPr lang="zh-CN" altLang="en-US" sz="1200" b="0" i="0" kern="1200" dirty="0">
                <a:solidFill>
                  <a:schemeClr val="tx1"/>
                </a:solidFill>
                <a:effectLst/>
                <a:latin typeface="+mn-lt"/>
                <a:ea typeface="+mn-ea"/>
                <a:cs typeface="+mn-cs"/>
              </a:rPr>
              <a:t>的值都以数组的形式进行管理。</a:t>
            </a:r>
          </a:p>
          <a:p>
            <a:r>
              <a:rPr lang="zh-CN" altLang="en-US" sz="1200" b="0" i="0" kern="1200" dirty="0">
                <a:solidFill>
                  <a:schemeClr val="tx1"/>
                </a:solidFill>
                <a:effectLst/>
                <a:latin typeface="+mn-lt"/>
                <a:ea typeface="+mn-ea"/>
                <a:cs typeface="+mn-cs"/>
              </a:rPr>
              <a:t>通过偏移值访问数组里的</a:t>
            </a:r>
            <a:r>
              <a:rPr lang="en" altLang="zh-CN" sz="1200" b="0" i="0" kern="1200" dirty="0">
                <a:solidFill>
                  <a:schemeClr val="tx1"/>
                </a:solidFill>
                <a:effectLst/>
                <a:latin typeface="+mn-lt"/>
                <a:ea typeface="+mn-ea"/>
                <a:cs typeface="+mn-cs"/>
              </a:rPr>
              <a:t>property</a:t>
            </a:r>
            <a:r>
              <a:rPr lang="zh-CN" altLang="en-US" sz="1200" b="0" i="0" kern="1200" dirty="0">
                <a:solidFill>
                  <a:schemeClr val="tx1"/>
                </a:solidFill>
                <a:effectLst/>
                <a:latin typeface="+mn-lt"/>
                <a:ea typeface="+mn-ea"/>
                <a:cs typeface="+mn-cs"/>
              </a:rPr>
              <a:t>值</a:t>
            </a:r>
          </a:p>
          <a:p>
            <a:r>
              <a:rPr lang="zh-CN" altLang="en-US" sz="1200" b="0" i="0" kern="1200" dirty="0">
                <a:solidFill>
                  <a:schemeClr val="tx1"/>
                </a:solidFill>
                <a:effectLst/>
                <a:latin typeface="+mn-lt"/>
                <a:ea typeface="+mn-ea"/>
                <a:cs typeface="+mn-cs"/>
              </a:rPr>
              <a:t>偏移值被分开管理</a:t>
            </a:r>
            <a:br>
              <a:rPr lang="zh-CN" altLang="en-US" dirty="0"/>
            </a:br>
            <a:r>
              <a:rPr lang="zh-CN" altLang="en-US" sz="1200" b="0" i="0" kern="1200" dirty="0">
                <a:solidFill>
                  <a:schemeClr val="tx1"/>
                </a:solidFill>
                <a:effectLst/>
                <a:latin typeface="+mn-lt"/>
                <a:ea typeface="+mn-ea"/>
                <a:cs typeface="+mn-cs"/>
              </a:rPr>
              <a:t>将属性名称和偏移量的依赖关系保留给另一个类</a:t>
            </a:r>
            <a:r>
              <a:rPr lang="en-US" altLang="zh-C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Map</a:t>
            </a:r>
            <a:r>
              <a:rPr lang="zh-CN" altLang="en-US" sz="1200" b="0" i="0" kern="1200" dirty="0">
                <a:solidFill>
                  <a:schemeClr val="tx1"/>
                </a:solidFill>
                <a:effectLst/>
                <a:latin typeface="+mn-lt"/>
                <a:ea typeface="+mn-ea"/>
                <a:cs typeface="+mn-cs"/>
              </a:rPr>
              <a:t>类</a:t>
            </a:r>
            <a:r>
              <a:rPr lang="en-US" altLang="zh-CN"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这个</a:t>
            </a:r>
            <a:r>
              <a:rPr lang="en" altLang="zh-CN" sz="1200" b="0" i="0" kern="1200" dirty="0">
                <a:solidFill>
                  <a:schemeClr val="tx1"/>
                </a:solidFill>
                <a:effectLst/>
                <a:latin typeface="+mn-lt"/>
                <a:ea typeface="+mn-ea"/>
                <a:cs typeface="+mn-cs"/>
              </a:rPr>
              <a:t>Map</a:t>
            </a:r>
            <a:r>
              <a:rPr lang="zh-CN" altLang="en-US" sz="1200" b="0" i="0" kern="1200" dirty="0">
                <a:solidFill>
                  <a:schemeClr val="tx1"/>
                </a:solidFill>
                <a:effectLst/>
                <a:latin typeface="+mn-lt"/>
                <a:ea typeface="+mn-ea"/>
                <a:cs typeface="+mn-cs"/>
              </a:rPr>
              <a:t>类被称作</a:t>
            </a:r>
            <a:r>
              <a:rPr lang="en" altLang="zh-CN" sz="1200" b="0" i="0" kern="1200" dirty="0">
                <a:solidFill>
                  <a:schemeClr val="tx1"/>
                </a:solidFill>
                <a:effectLst/>
                <a:latin typeface="+mn-lt"/>
                <a:ea typeface="+mn-ea"/>
                <a:cs typeface="+mn-cs"/>
              </a:rPr>
              <a:t>Hidden Class</a:t>
            </a:r>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9</a:t>
            </a:fld>
            <a:endParaRPr lang="zh-CN" altLang="en-US"/>
          </a:p>
        </p:txBody>
      </p:sp>
    </p:spTree>
    <p:extLst>
      <p:ext uri="{BB962C8B-B14F-4D97-AF65-F5344CB8AC3E}">
        <p14:creationId xmlns:p14="http://schemas.microsoft.com/office/powerpoint/2010/main" val="264074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对于具有完全相同属性的对象，如果你创建类似的对象，自然存在“</a:t>
            </a:r>
            <a:r>
              <a:rPr lang="en"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和“</a:t>
            </a:r>
            <a:r>
              <a:rPr lang="en" altLang="zh-CN" sz="1200" b="0" i="0" kern="1200" dirty="0">
                <a:solidFill>
                  <a:schemeClr val="tx1"/>
                </a:solidFill>
                <a:effectLst/>
                <a:latin typeface="+mn-lt"/>
                <a:ea typeface="+mn-ea"/>
                <a:cs typeface="+mn-cs"/>
              </a:rPr>
              <a:t>y”</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你可以使用创建的</a:t>
            </a:r>
            <a:r>
              <a:rPr lang="en" altLang="zh-CN" sz="1200" b="0" i="0" kern="1200" dirty="0">
                <a:solidFill>
                  <a:schemeClr val="tx1"/>
                </a:solidFill>
                <a:effectLst/>
                <a:latin typeface="+mn-lt"/>
                <a:ea typeface="+mn-ea"/>
                <a:cs typeface="+mn-cs"/>
              </a:rPr>
              <a:t>Map</a:t>
            </a:r>
            <a:r>
              <a:rPr lang="zh-CN" altLang="en" sz="1200" b="0" i="0" kern="1200" dirty="0">
                <a:solidFill>
                  <a:schemeClr val="tx1"/>
                </a:solidFill>
                <a:effectLst/>
                <a:latin typeface="+mn-lt"/>
                <a:ea typeface="+mn-ea"/>
                <a:cs typeface="+mn-cs"/>
              </a:rPr>
              <a:t>。</a:t>
            </a:r>
            <a:br>
              <a:rPr lang="en" altLang="zh-CN" dirty="0"/>
            </a:br>
            <a:r>
              <a:rPr lang="zh-CN" altLang="en-US" sz="1200" b="0" i="0" kern="1200" dirty="0">
                <a:solidFill>
                  <a:schemeClr val="tx1"/>
                </a:solidFill>
                <a:effectLst/>
                <a:latin typeface="+mn-lt"/>
                <a:ea typeface="+mn-ea"/>
                <a:cs typeface="+mn-cs"/>
              </a:rPr>
              <a:t>创建</a:t>
            </a:r>
            <a:r>
              <a:rPr lang="en" altLang="zh-CN" sz="1200" b="0" i="0" kern="1200" dirty="0">
                <a:solidFill>
                  <a:schemeClr val="tx1"/>
                </a:solidFill>
                <a:effectLst/>
                <a:latin typeface="+mn-lt"/>
                <a:ea typeface="+mn-ea"/>
                <a:cs typeface="+mn-cs"/>
              </a:rPr>
              <a:t>obj 2</a:t>
            </a:r>
            <a:r>
              <a:rPr lang="zh-CN" altLang="en-US" sz="1200" b="0" i="0" kern="1200" dirty="0">
                <a:solidFill>
                  <a:schemeClr val="tx1"/>
                </a:solidFill>
                <a:effectLst/>
                <a:latin typeface="+mn-lt"/>
                <a:ea typeface="+mn-ea"/>
                <a:cs typeface="+mn-cs"/>
              </a:rPr>
              <a:t>的时刻指向</a:t>
            </a:r>
            <a:r>
              <a:rPr lang="en" altLang="zh-CN" sz="1200" b="0" i="0" kern="1200" dirty="0">
                <a:solidFill>
                  <a:schemeClr val="tx1"/>
                </a:solidFill>
                <a:effectLst/>
                <a:latin typeface="+mn-lt"/>
                <a:ea typeface="+mn-ea"/>
                <a:cs typeface="+mn-cs"/>
              </a:rPr>
              <a:t>C0</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但通过以与</a:t>
            </a:r>
            <a:r>
              <a:rPr lang="en" altLang="zh-CN" sz="1200" b="0" i="0" kern="1200" dirty="0">
                <a:solidFill>
                  <a:schemeClr val="tx1"/>
                </a:solidFill>
                <a:effectLst/>
                <a:latin typeface="+mn-lt"/>
                <a:ea typeface="+mn-ea"/>
                <a:cs typeface="+mn-cs"/>
              </a:rPr>
              <a:t>obj 1</a:t>
            </a:r>
            <a:r>
              <a:rPr lang="zh-CN" altLang="en-US" sz="1200" b="0" i="0" kern="1200" dirty="0">
                <a:solidFill>
                  <a:schemeClr val="tx1"/>
                </a:solidFill>
                <a:effectLst/>
                <a:latin typeface="+mn-lt"/>
                <a:ea typeface="+mn-ea"/>
                <a:cs typeface="+mn-cs"/>
              </a:rPr>
              <a:t>相同的方式按</a:t>
            </a:r>
            <a:r>
              <a:rPr lang="en"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和</a:t>
            </a:r>
            <a:r>
              <a:rPr lang="en"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的顺序添加属性，它遵循转换条件以完成</a:t>
            </a:r>
            <a:r>
              <a:rPr lang="en" altLang="zh-CN" sz="1200" b="0" i="0" kern="1200" dirty="0">
                <a:solidFill>
                  <a:schemeClr val="tx1"/>
                </a:solidFill>
                <a:effectLst/>
                <a:latin typeface="+mn-lt"/>
                <a:ea typeface="+mn-ea"/>
                <a:cs typeface="+mn-cs"/>
              </a:rPr>
              <a:t>C0-&gt;C1-&gt;C2</a:t>
            </a:r>
          </a:p>
          <a:p>
            <a:r>
              <a:rPr lang="zh-CN" altLang="en-US" sz="1200" b="1" i="0" kern="1200" dirty="0">
                <a:solidFill>
                  <a:schemeClr val="tx1"/>
                </a:solidFill>
                <a:effectLst/>
                <a:latin typeface="+mn-lt"/>
                <a:ea typeface="+mn-ea"/>
                <a:cs typeface="+mn-cs"/>
              </a:rPr>
              <a:t>如果属性添加顺序不同，即使具有相同名称的属性的对象也将具有不同的转换条件。 因此，最终创建的</a:t>
            </a:r>
            <a:r>
              <a:rPr lang="en" altLang="zh-CN" sz="1200" b="1" i="0" kern="1200" dirty="0">
                <a:solidFill>
                  <a:schemeClr val="tx1"/>
                </a:solidFill>
                <a:effectLst/>
                <a:latin typeface="+mn-lt"/>
                <a:ea typeface="+mn-ea"/>
                <a:cs typeface="+mn-cs"/>
              </a:rPr>
              <a:t>map</a:t>
            </a:r>
            <a:r>
              <a:rPr lang="zh-CN" altLang="en-US" sz="1200" b="1" i="0" kern="1200" dirty="0">
                <a:solidFill>
                  <a:schemeClr val="tx1"/>
                </a:solidFill>
                <a:effectLst/>
                <a:latin typeface="+mn-lt"/>
                <a:ea typeface="+mn-ea"/>
                <a:cs typeface="+mn-cs"/>
              </a:rPr>
              <a:t>也会变成不同的</a:t>
            </a:r>
            <a:r>
              <a:rPr lang="en" altLang="zh-CN" sz="1200" b="1" i="0" kern="1200" dirty="0">
                <a:solidFill>
                  <a:schemeClr val="tx1"/>
                </a:solidFill>
                <a:effectLst/>
                <a:latin typeface="+mn-lt"/>
                <a:ea typeface="+mn-ea"/>
                <a:cs typeface="+mn-cs"/>
              </a:rPr>
              <a:t>map</a:t>
            </a:r>
            <a:r>
              <a:rPr lang="zh-CN" altLang="e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并且无法获得加速的好处</a:t>
            </a:r>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12</a:t>
            </a:fld>
            <a:endParaRPr lang="zh-CN" altLang="en-US"/>
          </a:p>
        </p:txBody>
      </p:sp>
    </p:spTree>
    <p:extLst>
      <p:ext uri="{BB962C8B-B14F-4D97-AF65-F5344CB8AC3E}">
        <p14:creationId xmlns:p14="http://schemas.microsoft.com/office/powerpoint/2010/main" val="495969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13</a:t>
            </a:fld>
            <a:endParaRPr lang="zh-CN" altLang="en-US"/>
          </a:p>
        </p:txBody>
      </p:sp>
    </p:spTree>
    <p:extLst>
      <p:ext uri="{BB962C8B-B14F-4D97-AF65-F5344CB8AC3E}">
        <p14:creationId xmlns:p14="http://schemas.microsoft.com/office/powerpoint/2010/main" val="3742158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14</a:t>
            </a:fld>
            <a:endParaRPr lang="zh-CN" altLang="en-US"/>
          </a:p>
        </p:txBody>
      </p:sp>
    </p:spTree>
    <p:extLst>
      <p:ext uri="{BB962C8B-B14F-4D97-AF65-F5344CB8AC3E}">
        <p14:creationId xmlns:p14="http://schemas.microsoft.com/office/powerpoint/2010/main" val="2943855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code space</a:t>
            </a:r>
            <a:r>
              <a:rPr lang="zh-CN" altLang="en-US" sz="1200" b="0" i="0" kern="1200" dirty="0">
                <a:solidFill>
                  <a:schemeClr val="tx1"/>
                </a:solidFill>
                <a:effectLst/>
                <a:latin typeface="+mn-lt"/>
                <a:ea typeface="+mn-ea"/>
                <a:cs typeface="+mn-cs"/>
              </a:rPr>
              <a:t>仅适用于</a:t>
            </a:r>
            <a:r>
              <a:rPr lang="en" altLang="zh-CN" sz="1200" b="0" i="0" kern="1200" dirty="0">
                <a:solidFill>
                  <a:schemeClr val="tx1"/>
                </a:solidFill>
                <a:effectLst/>
                <a:latin typeface="+mn-lt"/>
                <a:ea typeface="+mn-ea"/>
                <a:cs typeface="+mn-cs"/>
              </a:rPr>
              <a:t>JIT</a:t>
            </a:r>
            <a:r>
              <a:rPr lang="zh-CN" altLang="en-US" sz="1200" b="0" i="0" kern="1200" dirty="0">
                <a:solidFill>
                  <a:schemeClr val="tx1"/>
                </a:solidFill>
                <a:effectLst/>
                <a:latin typeface="+mn-lt"/>
                <a:ea typeface="+mn-ea"/>
                <a:cs typeface="+mn-cs"/>
              </a:rPr>
              <a:t>的</a:t>
            </a:r>
            <a:r>
              <a:rPr lang="en" altLang="zh-CN" sz="1200" b="0" i="0" kern="1200" dirty="0">
                <a:solidFill>
                  <a:schemeClr val="tx1"/>
                </a:solidFill>
                <a:effectLst/>
                <a:latin typeface="+mn-lt"/>
                <a:ea typeface="+mn-ea"/>
                <a:cs typeface="+mn-cs"/>
              </a:rPr>
              <a:t>code object</a:t>
            </a:r>
          </a:p>
          <a:p>
            <a:r>
              <a:rPr lang="en" altLang="zh-CN" sz="1200" b="0" i="0" kern="1200" dirty="0">
                <a:solidFill>
                  <a:schemeClr val="tx1"/>
                </a:solidFill>
                <a:effectLst/>
                <a:latin typeface="+mn-lt"/>
                <a:ea typeface="+mn-ea"/>
                <a:cs typeface="+mn-cs"/>
              </a:rPr>
              <a:t>Map Space </a:t>
            </a:r>
            <a:r>
              <a:rPr lang="zh-CN" altLang="en-US" sz="1200" b="0" i="0" kern="1200" dirty="0">
                <a:solidFill>
                  <a:schemeClr val="tx1"/>
                </a:solidFill>
                <a:effectLst/>
                <a:latin typeface="+mn-lt"/>
                <a:ea typeface="+mn-ea"/>
                <a:cs typeface="+mn-cs"/>
              </a:rPr>
              <a:t>仅</a:t>
            </a:r>
            <a:r>
              <a:rPr lang="en" altLang="zh-CN" sz="1200" b="0" i="0" kern="1200" dirty="0">
                <a:solidFill>
                  <a:schemeClr val="tx1"/>
                </a:solidFill>
                <a:effectLst/>
                <a:latin typeface="+mn-lt"/>
                <a:ea typeface="+mn-ea"/>
                <a:cs typeface="+mn-cs"/>
              </a:rPr>
              <a:t>Map object</a:t>
            </a:r>
          </a:p>
          <a:p>
            <a:endParaRPr lang="en"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15</a:t>
            </a:fld>
            <a:endParaRPr lang="zh-CN" altLang="en-US"/>
          </a:p>
        </p:txBody>
      </p:sp>
    </p:spTree>
    <p:extLst>
      <p:ext uri="{BB962C8B-B14F-4D97-AF65-F5344CB8AC3E}">
        <p14:creationId xmlns:p14="http://schemas.microsoft.com/office/powerpoint/2010/main" val="3191905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code space</a:t>
            </a:r>
            <a:r>
              <a:rPr lang="zh-CN" altLang="en-US" sz="1200" b="0" i="0" kern="1200" dirty="0">
                <a:solidFill>
                  <a:schemeClr val="tx1"/>
                </a:solidFill>
                <a:effectLst/>
                <a:latin typeface="+mn-lt"/>
                <a:ea typeface="+mn-ea"/>
                <a:cs typeface="+mn-cs"/>
              </a:rPr>
              <a:t>仅适用于</a:t>
            </a:r>
            <a:r>
              <a:rPr lang="en" altLang="zh-CN" sz="1200" b="0" i="0" kern="1200" dirty="0">
                <a:solidFill>
                  <a:schemeClr val="tx1"/>
                </a:solidFill>
                <a:effectLst/>
                <a:latin typeface="+mn-lt"/>
                <a:ea typeface="+mn-ea"/>
                <a:cs typeface="+mn-cs"/>
              </a:rPr>
              <a:t>JIT</a:t>
            </a:r>
            <a:r>
              <a:rPr lang="zh-CN" altLang="en-US" sz="1200" b="0" i="0" kern="1200" dirty="0">
                <a:solidFill>
                  <a:schemeClr val="tx1"/>
                </a:solidFill>
                <a:effectLst/>
                <a:latin typeface="+mn-lt"/>
                <a:ea typeface="+mn-ea"/>
                <a:cs typeface="+mn-cs"/>
              </a:rPr>
              <a:t>的</a:t>
            </a:r>
            <a:r>
              <a:rPr lang="en" altLang="zh-CN" sz="1200" b="0" i="0" kern="1200" dirty="0">
                <a:solidFill>
                  <a:schemeClr val="tx1"/>
                </a:solidFill>
                <a:effectLst/>
                <a:latin typeface="+mn-lt"/>
                <a:ea typeface="+mn-ea"/>
                <a:cs typeface="+mn-cs"/>
              </a:rPr>
              <a:t>code object</a:t>
            </a:r>
          </a:p>
          <a:p>
            <a:r>
              <a:rPr lang="en" altLang="zh-CN" sz="1200" b="0" i="0" kern="1200" dirty="0">
                <a:solidFill>
                  <a:schemeClr val="tx1"/>
                </a:solidFill>
                <a:effectLst/>
                <a:latin typeface="+mn-lt"/>
                <a:ea typeface="+mn-ea"/>
                <a:cs typeface="+mn-cs"/>
              </a:rPr>
              <a:t>Map Space </a:t>
            </a:r>
            <a:r>
              <a:rPr lang="zh-CN" altLang="en-US" sz="1200" b="0" i="0" kern="1200" dirty="0">
                <a:solidFill>
                  <a:schemeClr val="tx1"/>
                </a:solidFill>
                <a:effectLst/>
                <a:latin typeface="+mn-lt"/>
                <a:ea typeface="+mn-ea"/>
                <a:cs typeface="+mn-cs"/>
              </a:rPr>
              <a:t>仅</a:t>
            </a:r>
            <a:r>
              <a:rPr lang="en" altLang="zh-CN" sz="1200" b="0" i="0" kern="1200" dirty="0">
                <a:solidFill>
                  <a:schemeClr val="tx1"/>
                </a:solidFill>
                <a:effectLst/>
                <a:latin typeface="+mn-lt"/>
                <a:ea typeface="+mn-ea"/>
                <a:cs typeface="+mn-cs"/>
              </a:rPr>
              <a:t>Map object</a:t>
            </a:r>
          </a:p>
          <a:p>
            <a:endParaRPr lang="en"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16</a:t>
            </a:fld>
            <a:endParaRPr lang="zh-CN" altLang="en-US"/>
          </a:p>
        </p:txBody>
      </p:sp>
    </p:spTree>
    <p:extLst>
      <p:ext uri="{BB962C8B-B14F-4D97-AF65-F5344CB8AC3E}">
        <p14:creationId xmlns:p14="http://schemas.microsoft.com/office/powerpoint/2010/main" val="753231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sz="1200" b="0" i="0" kern="1200" dirty="0">
                <a:solidFill>
                  <a:schemeClr val="tx1"/>
                </a:solidFill>
                <a:effectLst/>
                <a:latin typeface="+mn-lt"/>
                <a:ea typeface="+mn-ea"/>
                <a:cs typeface="+mn-cs"/>
              </a:rPr>
              <a:t>code space</a:t>
            </a:r>
            <a:r>
              <a:rPr lang="zh-CN" altLang="en-US" sz="1200" b="0" i="0" kern="1200" dirty="0">
                <a:solidFill>
                  <a:schemeClr val="tx1"/>
                </a:solidFill>
                <a:effectLst/>
                <a:latin typeface="+mn-lt"/>
                <a:ea typeface="+mn-ea"/>
                <a:cs typeface="+mn-cs"/>
              </a:rPr>
              <a:t>仅适用于</a:t>
            </a:r>
            <a:r>
              <a:rPr lang="en" altLang="zh-CN" sz="1200" b="0" i="0" kern="1200" dirty="0">
                <a:solidFill>
                  <a:schemeClr val="tx1"/>
                </a:solidFill>
                <a:effectLst/>
                <a:latin typeface="+mn-lt"/>
                <a:ea typeface="+mn-ea"/>
                <a:cs typeface="+mn-cs"/>
              </a:rPr>
              <a:t>JIT</a:t>
            </a:r>
            <a:r>
              <a:rPr lang="zh-CN" altLang="en-US" sz="1200" b="0" i="0" kern="1200" dirty="0">
                <a:solidFill>
                  <a:schemeClr val="tx1"/>
                </a:solidFill>
                <a:effectLst/>
                <a:latin typeface="+mn-lt"/>
                <a:ea typeface="+mn-ea"/>
                <a:cs typeface="+mn-cs"/>
              </a:rPr>
              <a:t>的</a:t>
            </a:r>
            <a:r>
              <a:rPr lang="en" altLang="zh-CN" sz="1200" b="0" i="0" kern="1200" dirty="0">
                <a:solidFill>
                  <a:schemeClr val="tx1"/>
                </a:solidFill>
                <a:effectLst/>
                <a:latin typeface="+mn-lt"/>
                <a:ea typeface="+mn-ea"/>
                <a:cs typeface="+mn-cs"/>
              </a:rPr>
              <a:t>code object</a:t>
            </a:r>
          </a:p>
          <a:p>
            <a:r>
              <a:rPr lang="en" altLang="zh-CN" sz="1200" b="0" i="0" kern="1200" dirty="0">
                <a:solidFill>
                  <a:schemeClr val="tx1"/>
                </a:solidFill>
                <a:effectLst/>
                <a:latin typeface="+mn-lt"/>
                <a:ea typeface="+mn-ea"/>
                <a:cs typeface="+mn-cs"/>
              </a:rPr>
              <a:t>Map Space </a:t>
            </a:r>
            <a:r>
              <a:rPr lang="zh-CN" altLang="en-US" sz="1200" b="0" i="0" kern="1200" dirty="0">
                <a:solidFill>
                  <a:schemeClr val="tx1"/>
                </a:solidFill>
                <a:effectLst/>
                <a:latin typeface="+mn-lt"/>
                <a:ea typeface="+mn-ea"/>
                <a:cs typeface="+mn-cs"/>
              </a:rPr>
              <a:t>仅</a:t>
            </a:r>
            <a:r>
              <a:rPr lang="en" altLang="zh-CN" sz="1200" b="0" i="0" kern="1200" dirty="0">
                <a:solidFill>
                  <a:schemeClr val="tx1"/>
                </a:solidFill>
                <a:effectLst/>
                <a:latin typeface="+mn-lt"/>
                <a:ea typeface="+mn-ea"/>
                <a:cs typeface="+mn-cs"/>
              </a:rPr>
              <a:t>Map object</a:t>
            </a:r>
          </a:p>
          <a:p>
            <a:endParaRPr lang="en"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17</a:t>
            </a:fld>
            <a:endParaRPr lang="zh-CN" altLang="en-US"/>
          </a:p>
        </p:txBody>
      </p:sp>
    </p:spTree>
    <p:extLst>
      <p:ext uri="{BB962C8B-B14F-4D97-AF65-F5344CB8AC3E}">
        <p14:creationId xmlns:p14="http://schemas.microsoft.com/office/powerpoint/2010/main" val="465709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Typedarray</a:t>
            </a:r>
            <a:endParaRPr kumimoji="1" lang="en-US" altLang="zh-CN" dirty="0"/>
          </a:p>
          <a:p>
            <a:r>
              <a:rPr kumimoji="1" lang="en-US" altLang="zh-CN" dirty="0" err="1"/>
              <a:t>Arraybuffer</a:t>
            </a:r>
            <a:endParaRPr kumimoji="1" lang="en-US" altLang="zh-CN" dirty="0"/>
          </a:p>
          <a:p>
            <a:r>
              <a:rPr kumimoji="1" lang="en-US" altLang="zh-CN" dirty="0" err="1"/>
              <a:t>backingstore</a:t>
            </a:r>
            <a:endParaRPr kumimoji="1" lang="en-US" altLang="zh-CN"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26</a:t>
            </a:fld>
            <a:endParaRPr lang="zh-CN" altLang="en-US"/>
          </a:p>
        </p:txBody>
      </p:sp>
    </p:spTree>
    <p:extLst>
      <p:ext uri="{BB962C8B-B14F-4D97-AF65-F5344CB8AC3E}">
        <p14:creationId xmlns:p14="http://schemas.microsoft.com/office/powerpoint/2010/main" val="475802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27</a:t>
            </a:fld>
            <a:endParaRPr lang="zh-CN" altLang="en-US"/>
          </a:p>
        </p:txBody>
      </p:sp>
    </p:spTree>
    <p:extLst>
      <p:ext uri="{BB962C8B-B14F-4D97-AF65-F5344CB8AC3E}">
        <p14:creationId xmlns:p14="http://schemas.microsoft.com/office/powerpoint/2010/main" val="3670998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 altLang="zh-CN" sz="1200" kern="1200" dirty="0" err="1">
                <a:solidFill>
                  <a:schemeClr val="tx1"/>
                </a:solidFill>
                <a:effectLst/>
                <a:latin typeface="+mn-lt"/>
                <a:ea typeface="+mn-ea"/>
                <a:cs typeface="+mn-cs"/>
              </a:rPr>
              <a:t>jS</a:t>
            </a:r>
            <a:r>
              <a:rPr lang="zh-CN" altLang="en-US" sz="1200" kern="1200" dirty="0">
                <a:solidFill>
                  <a:schemeClr val="tx1"/>
                </a:solidFill>
                <a:effectLst/>
                <a:latin typeface="+mn-lt"/>
                <a:ea typeface="+mn-ea"/>
                <a:cs typeface="+mn-cs"/>
              </a:rPr>
              <a:t>对象是没有虚函数的，因为</a:t>
            </a:r>
            <a:r>
              <a:rPr lang="en" altLang="zh-CN" sz="1200" kern="1200" dirty="0">
                <a:solidFill>
                  <a:schemeClr val="tx1"/>
                </a:solidFill>
                <a:effectLst/>
                <a:latin typeface="+mn-lt"/>
                <a:ea typeface="+mn-ea"/>
                <a:cs typeface="+mn-cs"/>
              </a:rPr>
              <a:t>v8</a:t>
            </a:r>
            <a:r>
              <a:rPr lang="zh-CN" altLang="en-US" sz="1200" kern="1200" dirty="0">
                <a:solidFill>
                  <a:schemeClr val="tx1"/>
                </a:solidFill>
                <a:effectLst/>
                <a:latin typeface="+mn-lt"/>
                <a:ea typeface="+mn-ea"/>
                <a:cs typeface="+mn-cs"/>
              </a:rPr>
              <a:t>引擎是用</a:t>
            </a:r>
            <a:r>
              <a:rPr lang="en" altLang="zh-CN" sz="1200" kern="1200" dirty="0">
                <a:solidFill>
                  <a:schemeClr val="tx1"/>
                </a:solidFill>
                <a:effectLst/>
                <a:latin typeface="+mn-lt"/>
                <a:ea typeface="+mn-ea"/>
                <a:cs typeface="+mn-cs"/>
              </a:rPr>
              <a:t>C++</a:t>
            </a:r>
            <a:r>
              <a:rPr lang="zh-CN" altLang="en-US" sz="1200" kern="1200" dirty="0">
                <a:solidFill>
                  <a:schemeClr val="tx1"/>
                </a:solidFill>
                <a:effectLst/>
                <a:latin typeface="+mn-lt"/>
                <a:ea typeface="+mn-ea"/>
                <a:cs typeface="+mn-cs"/>
              </a:rPr>
              <a:t>写的，所以会有虚函数表</a:t>
            </a:r>
          </a:p>
          <a:p>
            <a:endParaRPr kumimoji="1" lang="zh-CN" altLang="en-US" dirty="0"/>
          </a:p>
        </p:txBody>
      </p:sp>
      <p:sp>
        <p:nvSpPr>
          <p:cNvPr id="4" name="灯片编号占位符 3"/>
          <p:cNvSpPr>
            <a:spLocks noGrp="1"/>
          </p:cNvSpPr>
          <p:nvPr>
            <p:ph type="sldNum" sz="quarter" idx="5"/>
          </p:nvPr>
        </p:nvSpPr>
        <p:spPr/>
        <p:txBody>
          <a:bodyPr/>
          <a:lstStyle/>
          <a:p>
            <a:fld id="{A6E2E758-AF5E-403E-8886-D2B0E2F05021}" type="slidenum">
              <a:rPr lang="zh-CN" altLang="en-US" smtClean="0"/>
              <a:pPr/>
              <a:t>29</a:t>
            </a:fld>
            <a:endParaRPr lang="zh-CN" altLang="en-US"/>
          </a:p>
        </p:txBody>
      </p:sp>
    </p:spTree>
    <p:extLst>
      <p:ext uri="{BB962C8B-B14F-4D97-AF65-F5344CB8AC3E}">
        <p14:creationId xmlns:p14="http://schemas.microsoft.com/office/powerpoint/2010/main" val="1483131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E509461-BB2A-4380-AE77-26BE25D5F3C3}"/>
              </a:ext>
            </a:extLst>
          </p:cNvPr>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Slide Number Placeholder 5">
            <a:extLst>
              <a:ext uri="{FF2B5EF4-FFF2-40B4-BE49-F238E27FC236}">
                <a16:creationId xmlns:a16="http://schemas.microsoft.com/office/drawing/2014/main" id="{87097727-7FAA-4CA8-8C19-7F60F95F63B0}"/>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11" name="直接连接符 10"/>
          <p:cNvCxnSpPr/>
          <p:nvPr userDrawn="1"/>
        </p:nvCxnSpPr>
        <p:spPr>
          <a:xfrm>
            <a:off x="12032" y="550994"/>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3" name="文本框 12"/>
          <p:cNvSpPr txBox="1"/>
          <p:nvPr userDrawn="1"/>
        </p:nvSpPr>
        <p:spPr>
          <a:xfrm>
            <a:off x="1988" y="4616"/>
            <a:ext cx="9142012" cy="523220"/>
          </a:xfrm>
          <a:prstGeom prst="rect">
            <a:avLst/>
          </a:prstGeom>
          <a:solidFill>
            <a:srgbClr val="E1F8F7"/>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4" name="Date Placeholder 3">
            <a:extLst>
              <a:ext uri="{FF2B5EF4-FFF2-40B4-BE49-F238E27FC236}">
                <a16:creationId xmlns:a16="http://schemas.microsoft.com/office/drawing/2014/main" id="{F42C74FA-F784-4AD8-AA57-699F0AD4F742}"/>
              </a:ext>
            </a:extLst>
          </p:cNvPr>
          <p:cNvSpPr>
            <a:spLocks noGrp="1"/>
          </p:cNvSpPr>
          <p:nvPr>
            <p:ph type="dt" sz="quarter" idx="15"/>
          </p:nvPr>
        </p:nvSpPr>
        <p:spPr>
          <a:xfrm>
            <a:off x="12032"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0" name="Footer Placeholder 4">
            <a:extLst>
              <a:ext uri="{FF2B5EF4-FFF2-40B4-BE49-F238E27FC236}">
                <a16:creationId xmlns:a16="http://schemas.microsoft.com/office/drawing/2014/main" id="{6D2D0DE7-F8FB-E14C-B58E-233D0D97FCFD}"/>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Tree>
    <p:extLst>
      <p:ext uri="{BB962C8B-B14F-4D97-AF65-F5344CB8AC3E}">
        <p14:creationId xmlns:p14="http://schemas.microsoft.com/office/powerpoint/2010/main" val="4005454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二页">
    <p:bg>
      <p:bgPr>
        <a:solidFill>
          <a:schemeClr val="bg1"/>
        </a:solidFill>
        <a:effectLst/>
      </p:bgPr>
    </p:bg>
    <p:spTree>
      <p:nvGrpSpPr>
        <p:cNvPr id="1" name=""/>
        <p:cNvGrpSpPr/>
        <p:nvPr/>
      </p:nvGrpSpPr>
      <p:grpSpPr>
        <a:xfrm>
          <a:off x="0" y="0"/>
          <a:ext cx="0" cy="0"/>
          <a:chOff x="0" y="0"/>
          <a:chExt cx="0" cy="0"/>
        </a:xfrm>
      </p:grpSpPr>
      <p:sp>
        <p:nvSpPr>
          <p:cNvPr id="5" name="圆角矩形 4"/>
          <p:cNvSpPr/>
          <p:nvPr/>
        </p:nvSpPr>
        <p:spPr>
          <a:xfrm>
            <a:off x="395288" y="1052965"/>
            <a:ext cx="8353425" cy="5327650"/>
          </a:xfrm>
          <a:prstGeom prst="roundRect">
            <a:avLst>
              <a:gd name="adj" fmla="val 2624"/>
            </a:avLst>
          </a:prstGeom>
          <a:solidFill>
            <a:schemeClr val="bg2"/>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a:p>
        </p:txBody>
      </p:sp>
      <p:sp>
        <p:nvSpPr>
          <p:cNvPr id="3" name="Text Placeholder 2"/>
          <p:cNvSpPr>
            <a:spLocks noGrp="1"/>
          </p:cNvSpPr>
          <p:nvPr>
            <p:ph type="body" idx="1"/>
          </p:nvPr>
        </p:nvSpPr>
        <p:spPr>
          <a:xfrm>
            <a:off x="1691800" y="764815"/>
            <a:ext cx="5760400" cy="432030"/>
          </a:xfrm>
          <a:prstGeom prst="roundRect">
            <a:avLst>
              <a:gd name="adj" fmla="val 50000"/>
            </a:avLst>
          </a:prstGeom>
          <a:solidFill>
            <a:schemeClr val="accent1">
              <a:lumMod val="20000"/>
              <a:lumOff val="80000"/>
            </a:schemeClr>
          </a:solidFill>
          <a:ln w="9525">
            <a:solidFill>
              <a:srgbClr val="002060"/>
            </a:solidFill>
          </a:ln>
        </p:spPr>
        <p:txBody>
          <a:bodyPr anchor="ctr"/>
          <a:lstStyle>
            <a:lvl1pPr marL="0" indent="0" algn="ctr">
              <a:buNone/>
              <a:defRPr sz="2800" b="1" baseline="0">
                <a:solidFill>
                  <a:schemeClr val="tx1"/>
                </a:solidFill>
                <a:effectLst/>
                <a:latin typeface="Arial Narrow" pitchFamily="34" charset="0"/>
                <a:ea typeface="微软雅黑"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p>
        </p:txBody>
      </p:sp>
      <p:sp>
        <p:nvSpPr>
          <p:cNvPr id="7" name="Content Placeholder 2"/>
          <p:cNvSpPr>
            <a:spLocks noGrp="1"/>
          </p:cNvSpPr>
          <p:nvPr>
            <p:ph idx="13"/>
          </p:nvPr>
        </p:nvSpPr>
        <p:spPr>
          <a:xfrm>
            <a:off x="628650" y="1412860"/>
            <a:ext cx="7886700" cy="4870903"/>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itchFamily="34" charset="-122"/>
                <a:cs typeface="+mn-cs"/>
              </a:defRPr>
            </a:lvl2pPr>
          </a:lstStyle>
          <a:p>
            <a:pPr lvl="0"/>
            <a:r>
              <a:rPr lang="zh-CN" altLang="en-US" noProof="1"/>
              <a:t>编辑母版文本样式</a:t>
            </a:r>
          </a:p>
          <a:p>
            <a:pPr lvl="1"/>
            <a:r>
              <a:rPr lang="zh-CN" altLang="en-US" noProof="1"/>
              <a:t>第二级</a:t>
            </a:r>
          </a:p>
        </p:txBody>
      </p:sp>
      <p:sp>
        <p:nvSpPr>
          <p:cNvPr id="13" name="Slide Number Placeholder 5">
            <a:extLst>
              <a:ext uri="{FF2B5EF4-FFF2-40B4-BE49-F238E27FC236}">
                <a16:creationId xmlns:a16="http://schemas.microsoft.com/office/drawing/2014/main" id="{28F55204-9083-4DDB-B485-A487CE5D09D3}"/>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11" name="直接连接符 10"/>
          <p:cNvCxnSpPr/>
          <p:nvPr userDrawn="1"/>
        </p:nvCxnSpPr>
        <p:spPr>
          <a:xfrm>
            <a:off x="24064" y="490837"/>
            <a:ext cx="9144000" cy="0"/>
          </a:xfrm>
          <a:prstGeom prst="line">
            <a:avLst/>
          </a:prstGeom>
          <a:ln w="38100" cmpd="thickThin"/>
        </p:spPr>
        <p:style>
          <a:lnRef idx="1">
            <a:schemeClr val="accent1"/>
          </a:lnRef>
          <a:fillRef idx="0">
            <a:schemeClr val="accent1"/>
          </a:fillRef>
          <a:effectRef idx="0">
            <a:schemeClr val="accent1"/>
          </a:effectRef>
          <a:fontRef idx="minor">
            <a:schemeClr val="tx1"/>
          </a:fontRef>
        </p:style>
      </p:cxnSp>
      <p:sp>
        <p:nvSpPr>
          <p:cNvPr id="16" name="Date Placeholder 3">
            <a:extLst>
              <a:ext uri="{FF2B5EF4-FFF2-40B4-BE49-F238E27FC236}">
                <a16:creationId xmlns:a16="http://schemas.microsoft.com/office/drawing/2014/main" id="{F42C74FA-F784-4AD8-AA57-699F0AD4F742}"/>
              </a:ext>
            </a:extLst>
          </p:cNvPr>
          <p:cNvSpPr>
            <a:spLocks noGrp="1"/>
          </p:cNvSpPr>
          <p:nvPr>
            <p:ph type="dt" sz="quarter" idx="15"/>
          </p:nvPr>
        </p:nvSpPr>
        <p:spPr>
          <a:xfrm>
            <a:off x="24064" y="6543648"/>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12" name="Footer Placeholder 4">
            <a:extLst>
              <a:ext uri="{FF2B5EF4-FFF2-40B4-BE49-F238E27FC236}">
                <a16:creationId xmlns:a16="http://schemas.microsoft.com/office/drawing/2014/main" id="{B663B870-AC3F-AF4D-B60C-344DA0BA52E8}"/>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
        <p:nvSpPr>
          <p:cNvPr id="4" name="标题 3">
            <a:extLst>
              <a:ext uri="{FF2B5EF4-FFF2-40B4-BE49-F238E27FC236}">
                <a16:creationId xmlns:a16="http://schemas.microsoft.com/office/drawing/2014/main" id="{CF84518A-7121-054B-B703-FDEBE6C2E4E3}"/>
              </a:ext>
            </a:extLst>
          </p:cNvPr>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222069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
    <p:bg>
      <p:bgPr>
        <a:solidFill>
          <a:schemeClr val="bg1"/>
        </a:solidFill>
        <a:effectLst/>
      </p:bgPr>
    </p:bg>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4FBB7E2F-7A66-4BB5-9155-B2AAD90F46E7}"/>
              </a:ext>
            </a:extLst>
          </p:cNvPr>
          <p:cNvSpPr>
            <a:spLocks noGrp="1"/>
          </p:cNvSpPr>
          <p:nvPr>
            <p:ph type="ftr" sz="quarter" idx="16"/>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a:t>201M6022H </a:t>
            </a:r>
            <a:r>
              <a:rPr lang="zh-CN" altLang="en-US"/>
              <a:t>漏洞利用与攻防实践 霍玮                 </a:t>
            </a:r>
            <a:endParaRPr lang="zh-CN" altLang="en-US" dirty="0"/>
          </a:p>
        </p:txBody>
      </p:sp>
      <p:sp>
        <p:nvSpPr>
          <p:cNvPr id="8" name="Date Placeholder 3">
            <a:extLst>
              <a:ext uri="{FF2B5EF4-FFF2-40B4-BE49-F238E27FC236}">
                <a16:creationId xmlns:a16="http://schemas.microsoft.com/office/drawing/2014/main" id="{F42C74FA-F784-4AD8-AA57-699F0AD4F742}"/>
              </a:ext>
            </a:extLst>
          </p:cNvPr>
          <p:cNvSpPr>
            <a:spLocks noGrp="1"/>
          </p:cNvSpPr>
          <p:nvPr>
            <p:ph type="dt" sz="quarter" idx="15"/>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sp>
        <p:nvSpPr>
          <p:cNvPr id="9" name="Slide Number Placeholder 5">
            <a:extLst>
              <a:ext uri="{FF2B5EF4-FFF2-40B4-BE49-F238E27FC236}">
                <a16:creationId xmlns:a16="http://schemas.microsoft.com/office/drawing/2014/main" id="{D5A22CF8-4731-457B-8AA0-C50A07A1177C}"/>
              </a:ext>
            </a:extLst>
          </p:cNvPr>
          <p:cNvSpPr>
            <a:spLocks noGrp="1"/>
          </p:cNvSpPr>
          <p:nvPr>
            <p:ph type="sldNum" sz="quarter" idx="10"/>
          </p:nvPr>
        </p:nvSpPr>
        <p:spPr>
          <a:xfrm>
            <a:off x="8027988" y="6611938"/>
            <a:ext cx="1049337" cy="246062"/>
          </a:xfrm>
          <a:prstGeom prst="rect">
            <a:avLst/>
          </a:prstGeom>
        </p:spPr>
        <p:txBody>
          <a:bodyPr anchor="ctr"/>
          <a:lstStyle>
            <a:lvl1pPr>
              <a:defRPr>
                <a:solidFill>
                  <a:srgbClr val="622820"/>
                </a:solidFill>
              </a:defRPr>
            </a:lvl1pPr>
          </a:lstStyle>
          <a:p>
            <a:fld id="{8A6D26B4-866C-4665-A6B1-E1D86A7FEB5A}" type="slidenum">
              <a:rPr lang="zh-CN" altLang="en-US" smtClean="0"/>
              <a:pPr/>
              <a:t>‹#›</a:t>
            </a:fld>
            <a:endParaRPr lang="zh-CN" altLang="en-US" dirty="0"/>
          </a:p>
        </p:txBody>
      </p:sp>
      <p:cxnSp>
        <p:nvCxnSpPr>
          <p:cNvPr id="3" name="直接连接符 2"/>
          <p:cNvCxnSpPr/>
          <p:nvPr userDrawn="1"/>
        </p:nvCxnSpPr>
        <p:spPr>
          <a:xfrm>
            <a:off x="0" y="657225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idx="13"/>
          </p:nvPr>
        </p:nvSpPr>
        <p:spPr>
          <a:xfrm>
            <a:off x="251520" y="764704"/>
            <a:ext cx="8640960" cy="5616624"/>
          </a:xfrm>
        </p:spPr>
        <p:txBody>
          <a:bodyPr/>
          <a:lstStyle>
            <a:lvl1pPr>
              <a:lnSpc>
                <a:spcPct val="100000"/>
              </a:lnSpc>
              <a:defRPr lang="zh-CN" altLang="en-US" sz="2400" b="1" kern="1200" baseline="0" noProof="1" dirty="0" smtClean="0">
                <a:solidFill>
                  <a:schemeClr val="tx1"/>
                </a:solidFill>
                <a:latin typeface="Arial Narrow" pitchFamily="34" charset="0"/>
                <a:ea typeface="微软雅黑" pitchFamily="34" charset="-122"/>
                <a:cs typeface="+mn-cs"/>
              </a:defRPr>
            </a:lvl1pPr>
            <a:lvl2pPr marL="685800" indent="-228600">
              <a:lnSpc>
                <a:spcPct val="100000"/>
              </a:lnSpc>
              <a:defRPr lang="zh-CN" altLang="en-US" sz="2000" b="1" kern="1200" baseline="0" noProof="1" dirty="0" smtClean="0">
                <a:solidFill>
                  <a:schemeClr val="accent2">
                    <a:lumMod val="50000"/>
                  </a:schemeClr>
                </a:solidFill>
                <a:latin typeface="Arial Narrow" pitchFamily="34" charset="0"/>
                <a:ea typeface="微软雅黑" pitchFamily="34" charset="-122"/>
                <a:cs typeface="+mn-cs"/>
              </a:defRPr>
            </a:lvl2pPr>
          </a:lstStyle>
          <a:p>
            <a:pPr lvl="0"/>
            <a:r>
              <a:rPr lang="zh-CN" altLang="en-US" noProof="1"/>
              <a:t>编辑母版文本样式</a:t>
            </a:r>
          </a:p>
          <a:p>
            <a:pPr lvl="1"/>
            <a:r>
              <a:rPr lang="zh-CN" altLang="en-US" noProof="1"/>
              <a:t>第二级</a:t>
            </a:r>
          </a:p>
        </p:txBody>
      </p:sp>
    </p:spTree>
    <p:extLst>
      <p:ext uri="{BB962C8B-B14F-4D97-AF65-F5344CB8AC3E}">
        <p14:creationId xmlns:p14="http://schemas.microsoft.com/office/powerpoint/2010/main" val="11048583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4FA52F7-A931-4C06-B8FB-5D9D877B5F6B}"/>
              </a:ext>
            </a:extLst>
          </p:cNvPr>
          <p:cNvSpPr/>
          <p:nvPr userDrawn="1"/>
        </p:nvSpPr>
        <p:spPr>
          <a:xfrm>
            <a:off x="0" y="0"/>
            <a:ext cx="9144000" cy="657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0" name="Title Placeholder 1"/>
          <p:cNvSpPr>
            <a:spLocks noGrp="1" noChangeArrowheads="1"/>
          </p:cNvSpPr>
          <p:nvPr>
            <p:ph type="title" idx="4294967295"/>
            <p:custDataLst>
              <p:tags r:id="rId5"/>
            </p:custDataLst>
          </p:nvPr>
        </p:nvSpPr>
        <p:spPr bwMode="auto">
          <a:xfrm>
            <a:off x="107950" y="48006"/>
            <a:ext cx="8928100" cy="467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1"/>
              <a:t>单击此处编辑母版标题样式</a:t>
            </a:r>
            <a:endParaRPr lang="en-US" altLang="en-US" noProof="1"/>
          </a:p>
        </p:txBody>
      </p:sp>
      <p:sp>
        <p:nvSpPr>
          <p:cNvPr id="1028" name="Text Placeholder 2"/>
          <p:cNvSpPr>
            <a:spLocks noGrp="1" noChangeArrowheads="1"/>
          </p:cNvSpPr>
          <p:nvPr>
            <p:ph type="body" idx="4294967295"/>
            <p:custDataLst>
              <p:tags r:id="rId6"/>
            </p:custDataLst>
          </p:nvPr>
        </p:nvSpPr>
        <p:spPr bwMode="auto">
          <a:xfrm>
            <a:off x="628650" y="908721"/>
            <a:ext cx="7886700" cy="554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endParaRPr lang="en-US" altLang="en-US" dirty="0"/>
          </a:p>
        </p:txBody>
      </p:sp>
      <p:sp>
        <p:nvSpPr>
          <p:cNvPr id="14" name="Footer Placeholder 4">
            <a:extLst>
              <a:ext uri="{FF2B5EF4-FFF2-40B4-BE49-F238E27FC236}">
                <a16:creationId xmlns:a16="http://schemas.microsoft.com/office/drawing/2014/main" id="{DF0AD01A-72BA-42B9-87F4-BE9676870757}"/>
              </a:ext>
            </a:extLst>
          </p:cNvPr>
          <p:cNvSpPr>
            <a:spLocks noGrp="1"/>
          </p:cNvSpPr>
          <p:nvPr>
            <p:ph type="ftr" sz="quarter" idx="3"/>
          </p:nvPr>
        </p:nvSpPr>
        <p:spPr>
          <a:xfrm>
            <a:off x="1514875" y="6572250"/>
            <a:ext cx="6513113" cy="285750"/>
          </a:xfrm>
          <a:prstGeom prst="rect">
            <a:avLst/>
          </a:prstGeom>
        </p:spPr>
        <p:txBody>
          <a:bodyPr anchor="ctr"/>
          <a:lstStyle>
            <a:lvl1pPr algn="ctr">
              <a:defRPr sz="1400" b="1">
                <a:solidFill>
                  <a:srgbClr val="622820"/>
                </a:solidFill>
                <a:effectLst/>
                <a:latin typeface="幼圆" panose="02010509060101010101" pitchFamily="49" charset="-122"/>
                <a:ea typeface="幼圆" panose="02010509060101010101" pitchFamily="49" charset="-122"/>
              </a:defRPr>
            </a:lvl1pPr>
          </a:lstStyle>
          <a:p>
            <a:pPr>
              <a:defRPr/>
            </a:pPr>
            <a:r>
              <a:rPr lang="en-US" altLang="zh-CN" dirty="0"/>
              <a:t>201M6022H </a:t>
            </a:r>
            <a:r>
              <a:rPr lang="zh-CN" altLang="en-US" dirty="0"/>
              <a:t>漏洞利用与攻防实践 霍玮                 </a:t>
            </a:r>
          </a:p>
        </p:txBody>
      </p:sp>
      <p:sp>
        <p:nvSpPr>
          <p:cNvPr id="18" name="Date Placeholder 3">
            <a:extLst>
              <a:ext uri="{FF2B5EF4-FFF2-40B4-BE49-F238E27FC236}">
                <a16:creationId xmlns:a16="http://schemas.microsoft.com/office/drawing/2014/main" id="{294964BB-531C-43B1-B31F-3654AC0AF3EB}"/>
              </a:ext>
            </a:extLst>
          </p:cNvPr>
          <p:cNvSpPr>
            <a:spLocks noGrp="1"/>
          </p:cNvSpPr>
          <p:nvPr>
            <p:ph type="dt" sz="quarter" idx="2"/>
          </p:nvPr>
        </p:nvSpPr>
        <p:spPr>
          <a:xfrm>
            <a:off x="1988" y="6572250"/>
            <a:ext cx="1512887" cy="285750"/>
          </a:xfrm>
          <a:prstGeom prst="rect">
            <a:avLst/>
          </a:prstGeom>
        </p:spPr>
        <p:txBody>
          <a:bodyPr anchor="ctr"/>
          <a:lstStyle>
            <a:lvl1pPr>
              <a:defRPr sz="1400" b="1">
                <a:solidFill>
                  <a:srgbClr val="622820"/>
                </a:solidFill>
                <a:latin typeface="幼圆" panose="02010509060101010101" pitchFamily="49" charset="-122"/>
                <a:ea typeface="幼圆" panose="02010509060101010101" pitchFamily="49" charset="-122"/>
                <a:cs typeface="+mn-ea"/>
              </a:defRPr>
            </a:lvl1pPr>
          </a:lstStyle>
          <a:p>
            <a:pPr>
              <a:defRPr/>
            </a:pPr>
            <a:endParaRPr lang="zh-CN" altLang="en-US" dirty="0"/>
          </a:p>
        </p:txBody>
      </p:sp>
      <p:cxnSp>
        <p:nvCxnSpPr>
          <p:cNvPr id="3" name="直接连接符 2"/>
          <p:cNvCxnSpPr/>
          <p:nvPr userDrawn="1"/>
        </p:nvCxnSpPr>
        <p:spPr>
          <a:xfrm flipV="1">
            <a:off x="47792" y="517358"/>
            <a:ext cx="9060113" cy="2269"/>
          </a:xfrm>
          <a:prstGeom prst="line">
            <a:avLst/>
          </a:prstGeom>
          <a:ln w="38100" cmpd="thickThi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3" r:id="rId1"/>
    <p:sldLayoutId id="2147483714" r:id="rId2"/>
    <p:sldLayoutId id="2147483716" r:id="rId3"/>
  </p:sldLayoutIdLst>
  <p:hf hdr="0" ftr="0" dt="0"/>
  <p:txStyles>
    <p:title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6pPr>
      <a:lvl7pPr marL="9144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9pPr>
    </p:titleStyle>
    <p:body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 Type="http://schemas.openxmlformats.org/officeDocument/2006/relationships/image" Target="../media/image2.tiff"/><Relationship Id="rId16"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p:cNvSpPr>
            <a:spLocks noGrp="1"/>
          </p:cNvSpPr>
          <p:nvPr/>
        </p:nvSpPr>
        <p:spPr>
          <a:xfrm>
            <a:off x="1835696" y="4233185"/>
            <a:ext cx="6359525" cy="1119187"/>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defRPr/>
            </a:pPr>
            <a:r>
              <a:rPr lang="zh-CN" altLang="en-US"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rPr>
              <a:t>小组成员：赵佳旭 梁朝晖 鲜槟丞</a:t>
            </a:r>
            <a:endParaRPr lang="en-US" altLang="zh-CN" sz="2800" b="1" noProof="1">
              <a:solidFill>
                <a:schemeClr val="accent1">
                  <a:lumMod val="50000"/>
                </a:schemeClr>
              </a:solidFill>
              <a:effectLst>
                <a:outerShdw blurRad="38100" dist="38100" dir="2700000" algn="tl">
                  <a:srgbClr val="000000">
                    <a:alpha val="43137"/>
                  </a:srgbClr>
                </a:outerShdw>
              </a:effectLst>
              <a:latin typeface="楷体" panose="02010609060101010101" charset="-122"/>
              <a:ea typeface="楷体" panose="02010609060101010101" charset="-122"/>
            </a:endParaRPr>
          </a:p>
        </p:txBody>
      </p:sp>
      <p:sp>
        <p:nvSpPr>
          <p:cNvPr id="7" name="副标题 2"/>
          <p:cNvSpPr>
            <a:spLocks noGrp="1"/>
          </p:cNvSpPr>
          <p:nvPr/>
        </p:nvSpPr>
        <p:spPr>
          <a:xfrm>
            <a:off x="11750" y="1020212"/>
            <a:ext cx="9143999" cy="53658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altLang="zh-CN" sz="2800" b="1" noProof="1">
                <a:solidFill>
                  <a:schemeClr val="accent5">
                    <a:lumMod val="50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2019-2020</a:t>
            </a:r>
            <a:r>
              <a:rPr lang="zh-CN" altLang="en-US" sz="2800" b="1" noProof="1">
                <a:solidFill>
                  <a:schemeClr val="accent5">
                    <a:lumMod val="50000"/>
                  </a:schemeClr>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学年秋季学期</a:t>
            </a:r>
          </a:p>
        </p:txBody>
      </p:sp>
      <p:sp>
        <p:nvSpPr>
          <p:cNvPr id="13" name="文本占位符 2"/>
          <p:cNvSpPr txBox="1"/>
          <p:nvPr/>
        </p:nvSpPr>
        <p:spPr bwMode="auto">
          <a:xfrm>
            <a:off x="1393231" y="2067030"/>
            <a:ext cx="6359525" cy="1521147"/>
          </a:xfrm>
          <a:prstGeom prst="roundRect">
            <a:avLst>
              <a:gd name="adj" fmla="val 50000"/>
            </a:avLst>
          </a:prstGeom>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noAutofit/>
          </a:bodyPr>
          <a:lstStyle>
            <a:lvl1pPr marL="0" indent="0" algn="ctr" rtl="0" eaLnBrk="1" fontAlgn="base" hangingPunct="1">
              <a:lnSpc>
                <a:spcPct val="90000"/>
              </a:lnSpc>
              <a:spcBef>
                <a:spcPts val="1000"/>
              </a:spcBef>
              <a:spcAft>
                <a:spcPct val="0"/>
              </a:spcAft>
              <a:buClr>
                <a:schemeClr val="accent1"/>
              </a:buClr>
              <a:buFont typeface="Wingdings" panose="05000000000000000000" pitchFamily="2" charset="2"/>
              <a:buNone/>
              <a:defRPr lang="zh-CN" altLang="en-US" sz="2800" b="1" kern="1200" baseline="0">
                <a:solidFill>
                  <a:schemeClr val="tx1"/>
                </a:solidFill>
                <a:effectLst/>
                <a:latin typeface="Arial Narrow" panose="020B0606020202030204" pitchFamily="34" charset="0"/>
                <a:ea typeface="微软雅黑" panose="020B0503020204020204" pitchFamily="34" charset="-122"/>
                <a:cs typeface="+mn-cs"/>
              </a:defRPr>
            </a:lvl1pPr>
            <a:lvl2pPr marL="457200" indent="0" algn="l" rtl="0" eaLnBrk="1" fontAlgn="base" hangingPunct="1">
              <a:lnSpc>
                <a:spcPct val="90000"/>
              </a:lnSpc>
              <a:spcBef>
                <a:spcPts val="500"/>
              </a:spcBef>
              <a:spcAft>
                <a:spcPct val="0"/>
              </a:spcAft>
              <a:buClr>
                <a:schemeClr val="accent1"/>
              </a:buClr>
              <a:buFont typeface="Wingdings" panose="05000000000000000000" pitchFamily="2" charset="2"/>
              <a:buNone/>
              <a:defRPr lang="en-US" altLang="en-US" sz="2000" b="1" kern="1200">
                <a:solidFill>
                  <a:schemeClr val="tx1">
                    <a:tint val="75000"/>
                  </a:schemeClr>
                </a:solidFill>
                <a:latin typeface="+mn-lt"/>
                <a:ea typeface="+mn-ea"/>
                <a:cs typeface="+mn-cs"/>
              </a:defRPr>
            </a:lvl2pPr>
            <a:lvl3pPr marL="914400" indent="0" algn="l" rtl="0" eaLnBrk="1" fontAlgn="base" hangingPunct="1">
              <a:lnSpc>
                <a:spcPct val="90000"/>
              </a:lnSpc>
              <a:spcBef>
                <a:spcPts val="500"/>
              </a:spcBef>
              <a:spcAft>
                <a:spcPct val="0"/>
              </a:spcAft>
              <a:buClr>
                <a:schemeClr val="accent1"/>
              </a:buClr>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rtl="0" eaLnBrk="1" fontAlgn="base" hangingPunct="1">
              <a:lnSpc>
                <a:spcPct val="90000"/>
              </a:lnSpc>
              <a:spcBef>
                <a:spcPts val="500"/>
              </a:spcBef>
              <a:spcAft>
                <a:spcPct val="0"/>
              </a:spcAft>
              <a:buClr>
                <a:schemeClr val="accent1"/>
              </a:buClr>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fontAlgn="auto">
              <a:defRPr/>
            </a:pPr>
            <a:r>
              <a:rPr lang="zh-CN" altLang="en-US" sz="3200"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漏洞利用与攻防实践</a:t>
            </a:r>
          </a:p>
          <a:p>
            <a:pPr fontAlgn="auto">
              <a:defRPr/>
            </a:pPr>
            <a:r>
              <a:rPr lang="en-US" altLang="zh-CN" sz="2400" i="1"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E</a:t>
            </a:r>
            <a:r>
              <a:rPr sz="2400" i="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xploiting Software Vulnerability-Techniques and Practice</a:t>
            </a:r>
            <a:endParaRPr lang="en-US" altLang="zh-CN" sz="2400" i="1"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endParaRPr>
          </a:p>
        </p:txBody>
      </p:sp>
      <p:cxnSp>
        <p:nvCxnSpPr>
          <p:cNvPr id="14" name="直接连接符 13"/>
          <p:cNvCxnSpPr/>
          <p:nvPr/>
        </p:nvCxnSpPr>
        <p:spPr>
          <a:xfrm>
            <a:off x="0" y="6381328"/>
            <a:ext cx="9110546" cy="41774"/>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085335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691640" y="692785"/>
            <a:ext cx="5760085" cy="1082675"/>
          </a:xfrm>
        </p:spPr>
        <p:style>
          <a:lnRef idx="1">
            <a:schemeClr val="accent6"/>
          </a:lnRef>
          <a:fillRef idx="2">
            <a:schemeClr val="accent6"/>
          </a:fillRef>
          <a:effectRef idx="1">
            <a:schemeClr val="accent6"/>
          </a:effectRef>
          <a:fontRef idx="minor">
            <a:schemeClr val="dk1"/>
          </a:fontRef>
        </p:style>
        <p:txBody>
          <a:bodyPr rtlCol="0">
            <a:noAutofit/>
          </a:bodyPr>
          <a:lstStyle/>
          <a:p>
            <a:pPr fontAlgn="auto">
              <a:defRPr/>
            </a:pPr>
            <a:r>
              <a:rPr sz="2700">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rPr>
              <a:t>漏洞利用与攻防实践</a:t>
            </a:r>
            <a:endParaRPr lang="zh-CN" altLang="en-US" sz="2700" noProof="1">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sym typeface="+mn-ea"/>
            </a:endParaRPr>
          </a:p>
          <a:p>
            <a:pPr fontAlgn="auto">
              <a:defRPr/>
            </a:pPr>
            <a:r>
              <a:rPr sz="2000" i="1">
                <a:latin typeface="Times New Roman" panose="02020603050405020304" pitchFamily="18" charset="0"/>
                <a:sym typeface="+mn-ea"/>
              </a:rPr>
              <a:t>Exploiting Software Vulnerability-Techniques and Practice</a:t>
            </a:r>
            <a:endParaRPr lang="en-US" altLang="zh-CN" sz="2000" i="1" noProof="1">
              <a:latin typeface="Times New Roman" panose="02020603050405020304" pitchFamily="18" charset="0"/>
              <a:sym typeface="+mn-ea"/>
            </a:endParaRPr>
          </a:p>
        </p:txBody>
      </p:sp>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anose="0207040306080B030204" pitchFamily="18" charset="0"/>
              <a:ea typeface="方正姚体" panose="02010601030101010101" charset="-122"/>
            </a:endParaRPr>
          </a:p>
        </p:txBody>
      </p:sp>
      <p:sp>
        <p:nvSpPr>
          <p:cNvPr id="9" name="文本框 8"/>
          <p:cNvSpPr txBox="1"/>
          <p:nvPr/>
        </p:nvSpPr>
        <p:spPr>
          <a:xfrm>
            <a:off x="1988" y="-36000"/>
            <a:ext cx="9166396"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panose="02010509060101010101" charset="-122"/>
              <a:ea typeface="隶书" panose="02010509060101010101" charset="-122"/>
              <a:sym typeface="+mn-ea"/>
            </a:endParaRPr>
          </a:p>
        </p:txBody>
      </p:sp>
      <p:sp>
        <p:nvSpPr>
          <p:cNvPr id="15" name="标题 1"/>
          <p:cNvSpPr txBox="1"/>
          <p:nvPr/>
        </p:nvSpPr>
        <p:spPr bwMode="auto">
          <a:xfrm>
            <a:off x="827584" y="3104964"/>
            <a:ext cx="7886700"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Autofit/>
          </a:bodyPr>
          <a:lstStyle>
            <a:lvl1pPr algn="l" rtl="0" eaLnBrk="1" fontAlgn="base" hangingPunct="1">
              <a:lnSpc>
                <a:spcPct val="90000"/>
              </a:lnSpc>
              <a:spcBef>
                <a:spcPct val="0"/>
              </a:spcBef>
              <a:spcAft>
                <a:spcPct val="0"/>
              </a:spcAft>
              <a:defRPr lang="en-US" altLang="en-US" sz="3200" b="1" kern="1200" baseline="0">
                <a:solidFill>
                  <a:schemeClr val="tx1"/>
                </a:solidFill>
                <a:effectLst>
                  <a:outerShdw blurRad="38100" dist="38100" dir="2700000" algn="tl">
                    <a:srgbClr val="000000">
                      <a:alpha val="43137"/>
                    </a:srgbClr>
                  </a:outerShdw>
                </a:effectLst>
                <a:latin typeface="Bodoni MT Condensed" panose="02070606080606020203" pitchFamily="18" charset="0"/>
                <a:ea typeface="华文中宋" panose="02010600040101010101"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anose="02070606080606020203" pitchFamily="18" charset="0"/>
                <a:ea typeface="华文中宋" panose="02010600040101010101" pitchFamily="2" charset="-122"/>
              </a:defRPr>
            </a:lvl5pPr>
            <a:lvl6pPr marL="4572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6pPr>
            <a:lvl7pPr marL="9144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anose="020B0604020202020204" pitchFamily="34" charset="0"/>
                <a:ea typeface="黑体" panose="02010609060101010101" pitchFamily="49" charset="-122"/>
              </a:defRPr>
            </a:lvl9pPr>
          </a:lstStyle>
          <a:p>
            <a:pPr algn="ctr" fontAlgn="auto">
              <a:lnSpc>
                <a:spcPct val="150000"/>
              </a:lnSpc>
              <a:defRPr/>
            </a:pP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第四次课</a:t>
            </a: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 </a:t>
            </a:r>
          </a:p>
          <a:p>
            <a:pPr algn="ctr" fontAlgn="auto">
              <a:lnSpc>
                <a:spcPct val="150000"/>
              </a:lnSpc>
              <a:defRPr/>
            </a:pP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控制流劫持与利用</a:t>
            </a:r>
            <a:endPar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endParaRPr>
          </a:p>
          <a:p>
            <a:pPr algn="ctr" fontAlgn="auto">
              <a:lnSpc>
                <a:spcPct val="150000"/>
              </a:lnSpc>
              <a:defRPr/>
            </a:pPr>
            <a:r>
              <a:rPr lang="en-US" altLang="zh-CN" sz="3600" noProof="1">
                <a:solidFill>
                  <a:schemeClr val="accent3">
                    <a:lumMod val="50000"/>
                  </a:schemeClr>
                </a:solidFill>
                <a:latin typeface="微软雅黑" panose="020B0503020204020204" pitchFamily="34" charset="-122"/>
                <a:ea typeface="微软雅黑" panose="020B0503020204020204" pitchFamily="34" charset="-122"/>
                <a:sym typeface="+mn-ea"/>
              </a:rPr>
              <a:t>Javascript</a:t>
            </a:r>
            <a:r>
              <a:rPr lang="zh-CN" altLang="en-US" sz="3600" noProof="1">
                <a:solidFill>
                  <a:schemeClr val="accent3">
                    <a:lumMod val="50000"/>
                  </a:schemeClr>
                </a:solidFill>
                <a:latin typeface="微软雅黑" panose="020B0503020204020204" pitchFamily="34" charset="-122"/>
                <a:ea typeface="微软雅黑" panose="020B0503020204020204" pitchFamily="34" charset="-122"/>
                <a:sym typeface="+mn-ea"/>
              </a:rPr>
              <a:t>的堆漏洞及利用</a:t>
            </a:r>
          </a:p>
        </p:txBody>
      </p:sp>
      <p:sp>
        <p:nvSpPr>
          <p:cNvPr id="5" name="灯片编号占位符 4">
            <a:extLst>
              <a:ext uri="{FF2B5EF4-FFF2-40B4-BE49-F238E27FC236}">
                <a16:creationId xmlns:a16="http://schemas.microsoft.com/office/drawing/2014/main" id="{6C0807EC-ECDE-4944-9D20-2B99D74CAD33}"/>
              </a:ext>
            </a:extLst>
          </p:cNvPr>
          <p:cNvSpPr>
            <a:spLocks noGrp="1"/>
          </p:cNvSpPr>
          <p:nvPr>
            <p:ph type="sldNum" sz="quarter" idx="10"/>
          </p:nvPr>
        </p:nvSpPr>
        <p:spPr/>
        <p:txBody>
          <a:bodyPr/>
          <a:lstStyle/>
          <a:p>
            <a:fld id="{8A6D26B4-866C-4665-A6B1-E1D86A7FEB5A}" type="slidenum">
              <a:rPr lang="zh-CN" altLang="en-US" smtClean="0"/>
              <a:pPr/>
              <a:t>2</a:t>
            </a:fld>
            <a:endParaRPr lang="zh-CN" altLang="en-US" dirty="0"/>
          </a:p>
        </p:txBody>
      </p:sp>
    </p:spTree>
    <p:custDataLst>
      <p:tags r:id="rId1"/>
    </p:custDataLst>
    <p:extLst>
      <p:ext uri="{BB962C8B-B14F-4D97-AF65-F5344CB8AC3E}">
        <p14:creationId xmlns:p14="http://schemas.microsoft.com/office/powerpoint/2010/main" val="3988558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内容占位符 3">
            <a:extLst>
              <a:ext uri="{FF2B5EF4-FFF2-40B4-BE49-F238E27FC236}">
                <a16:creationId xmlns:a16="http://schemas.microsoft.com/office/drawing/2014/main" id="{B4EE4F3F-9885-4373-B9C8-595F124EAED6}"/>
              </a:ext>
            </a:extLst>
          </p:cNvPr>
          <p:cNvSpPr>
            <a:spLocks noGrp="1"/>
          </p:cNvSpPr>
          <p:nvPr>
            <p:ph type="body" idx="1"/>
          </p:nvPr>
        </p:nvSpPr>
        <p:spPr>
          <a:xfrm>
            <a:off x="1691800" y="755316"/>
            <a:ext cx="5760400" cy="527018"/>
          </a:xfrm>
        </p:spPr>
        <p:txBody>
          <a:bodyPr/>
          <a:lstStyle/>
          <a:p>
            <a:pPr marL="0" indent="0">
              <a:lnSpc>
                <a:spcPct val="150000"/>
              </a:lnSpc>
              <a:buNone/>
            </a:pPr>
            <a:endParaRPr lang="en-US" altLang="zh-CN" dirty="0"/>
          </a:p>
          <a:p>
            <a:pPr>
              <a:lnSpc>
                <a:spcPct val="150000"/>
              </a:lnSpc>
            </a:pPr>
            <a:r>
              <a:rPr lang="zh-CN" altLang="en-US" dirty="0"/>
              <a:t>概 要</a:t>
            </a:r>
          </a:p>
          <a:p>
            <a:pPr>
              <a:lnSpc>
                <a:spcPct val="150000"/>
              </a:lnSpc>
            </a:pPr>
            <a:endParaRPr lang="zh-CN" altLang="en-US" dirty="0"/>
          </a:p>
        </p:txBody>
      </p:sp>
      <p:sp>
        <p:nvSpPr>
          <p:cNvPr id="3" name="文本占位符 2">
            <a:extLst>
              <a:ext uri="{FF2B5EF4-FFF2-40B4-BE49-F238E27FC236}">
                <a16:creationId xmlns:a16="http://schemas.microsoft.com/office/drawing/2014/main" id="{8EB06BA7-A70D-4452-95AB-78DE11B379CE}"/>
              </a:ext>
            </a:extLst>
          </p:cNvPr>
          <p:cNvSpPr>
            <a:spLocks noGrp="1"/>
          </p:cNvSpPr>
          <p:nvPr>
            <p:ph idx="13"/>
          </p:nvPr>
        </p:nvSpPr>
        <p:spPr/>
        <p:txBody>
          <a:bodyPr/>
          <a:lstStyle/>
          <a:p>
            <a:r>
              <a:rPr lang="en-US" altLang="zh-CN" dirty="0"/>
              <a:t>Js</a:t>
            </a:r>
          </a:p>
          <a:p>
            <a:r>
              <a:rPr lang="en-US" altLang="zh-CN" dirty="0"/>
              <a:t>v8</a:t>
            </a:r>
            <a:r>
              <a:rPr lang="zh-CN" altLang="en-US" dirty="0"/>
              <a:t>引擎</a:t>
            </a:r>
            <a:endParaRPr lang="en-US" altLang="zh-CN" dirty="0"/>
          </a:p>
          <a:p>
            <a:r>
              <a:rPr lang="zh-CN" altLang="en-US" dirty="0"/>
              <a:t>一种漏洞利用方法</a:t>
            </a:r>
          </a:p>
        </p:txBody>
      </p:sp>
      <p:sp>
        <p:nvSpPr>
          <p:cNvPr id="9" name="标题 1">
            <a:extLst>
              <a:ext uri="{FF2B5EF4-FFF2-40B4-BE49-F238E27FC236}">
                <a16:creationId xmlns:a16="http://schemas.microsoft.com/office/drawing/2014/main" id="{5DF2A5D3-DD95-46A9-8198-94A7858933D0}"/>
              </a:ext>
            </a:extLst>
          </p:cNvPr>
          <p:cNvSpPr txBox="1">
            <a:spLocks/>
          </p:cNvSpPr>
          <p:nvPr/>
        </p:nvSpPr>
        <p:spPr bwMode="auto">
          <a:xfrm>
            <a:off x="59564" y="20517"/>
            <a:ext cx="7363921" cy="50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lnSpc>
                <a:spcPct val="90000"/>
              </a:lnSpc>
              <a:spcBef>
                <a:spcPct val="0"/>
              </a:spcBef>
              <a:spcAft>
                <a:spcPct val="0"/>
              </a:spcAft>
              <a:defRPr lang="en-US" altLang="en-US" sz="2800" b="1" kern="1200" dirty="0">
                <a:solidFill>
                  <a:srgbClr val="622820"/>
                </a:solidFill>
                <a:effectLst>
                  <a:outerShdw blurRad="38100" dist="38100" dir="2700000" algn="tl">
                    <a:srgbClr val="000000">
                      <a:alpha val="43137"/>
                    </a:srgbClr>
                  </a:outerShdw>
                </a:effectLst>
                <a:latin typeface="Bodoni MT Condensed" pitchFamily="18" charset="0"/>
                <a:ea typeface="华文中宋" pitchFamily="2" charset="-122"/>
                <a:cs typeface="+mj-cs"/>
              </a:defRPr>
            </a:lvl1pPr>
            <a:lvl2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2pPr>
            <a:lvl3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3pPr>
            <a:lvl4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4pPr>
            <a:lvl5pPr algn="l" rtl="0" eaLnBrk="1" fontAlgn="base" hangingPunct="1">
              <a:lnSpc>
                <a:spcPct val="90000"/>
              </a:lnSpc>
              <a:spcBef>
                <a:spcPct val="0"/>
              </a:spcBef>
              <a:spcAft>
                <a:spcPct val="0"/>
              </a:spcAft>
              <a:defRPr sz="3200" b="1">
                <a:solidFill>
                  <a:schemeClr val="tx1"/>
                </a:solidFill>
                <a:latin typeface="Bodoni MT Condensed" pitchFamily="18" charset="0"/>
                <a:ea typeface="华文中宋" pitchFamily="2" charset="-122"/>
              </a:defRPr>
            </a:lvl5pPr>
            <a:lvl6pPr marL="4572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6pPr>
            <a:lvl7pPr marL="9144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7pPr>
            <a:lvl8pPr marL="13716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8pPr>
            <a:lvl9pPr marL="1828800" algn="l" rtl="0" eaLnBrk="1" fontAlgn="base" hangingPunct="1">
              <a:lnSpc>
                <a:spcPct val="90000"/>
              </a:lnSpc>
              <a:spcBef>
                <a:spcPct val="0"/>
              </a:spcBef>
              <a:spcAft>
                <a:spcPct val="0"/>
              </a:spcAft>
              <a:defRPr sz="3600" b="1">
                <a:solidFill>
                  <a:schemeClr val="tx1"/>
                </a:solidFill>
                <a:latin typeface="Arial" pitchFamily="34" charset="0"/>
                <a:ea typeface="黑体" pitchFamily="49" charset="-122"/>
              </a:defRPr>
            </a:lvl9pPr>
          </a:lstStyle>
          <a:p>
            <a:r>
              <a:rPr lang="en-US" altLang="zh-CN" noProof="1">
                <a:latin typeface="隶书" panose="02010509060101010101" pitchFamily="49" charset="-122"/>
                <a:ea typeface="隶书" panose="02010509060101010101" pitchFamily="49" charset="-122"/>
              </a:rPr>
              <a:t>[</a:t>
            </a:r>
            <a:r>
              <a:rPr lang="zh-CN" altLang="en-US" noProof="1">
                <a:latin typeface="隶书" panose="02010509060101010101" pitchFamily="49" charset="-122"/>
                <a:ea typeface="隶书" panose="02010509060101010101" pitchFamily="49" charset="-122"/>
              </a:rPr>
              <a:t>第</a:t>
            </a:r>
            <a:r>
              <a:rPr lang="en-US" altLang="zh-CN" i="1" noProof="1">
                <a:latin typeface="Times New Roman" panose="02020603050405020304" pitchFamily="18" charset="0"/>
                <a:ea typeface="隶书" panose="02010509060101010101" pitchFamily="49" charset="-122"/>
                <a:cs typeface="Times New Roman" panose="02020603050405020304" pitchFamily="18" charset="0"/>
              </a:rPr>
              <a:t>4</a:t>
            </a:r>
            <a:r>
              <a:rPr lang="zh-CN" altLang="en-US" noProof="1">
                <a:latin typeface="隶书" panose="02010509060101010101" pitchFamily="49" charset="-122"/>
                <a:ea typeface="隶书" panose="02010509060101010101" pitchFamily="49" charset="-122"/>
              </a:rPr>
              <a:t>次课</a:t>
            </a:r>
            <a:r>
              <a:rPr lang="en-US" altLang="zh-CN" noProof="1">
                <a:latin typeface="隶书" panose="02010509060101010101" pitchFamily="49" charset="-122"/>
                <a:ea typeface="隶书" panose="02010509060101010101" pitchFamily="49" charset="-122"/>
              </a:rPr>
              <a:t>] </a:t>
            </a:r>
            <a:endParaRPr lang="zh-CN" altLang="en-US" noProof="1">
              <a:latin typeface="隶书" panose="02010509060101010101" pitchFamily="49" charset="-122"/>
              <a:ea typeface="隶书" panose="02010509060101010101" pitchFamily="49" charset="-122"/>
            </a:endParaRPr>
          </a:p>
        </p:txBody>
      </p:sp>
      <p:sp>
        <p:nvSpPr>
          <p:cNvPr id="12" name="灯片编号占位符 5">
            <a:extLst>
              <a:ext uri="{FF2B5EF4-FFF2-40B4-BE49-F238E27FC236}">
                <a16:creationId xmlns:a16="http://schemas.microsoft.com/office/drawing/2014/main" id="{0535CCCA-B477-3345-A3D2-E6331E719B13}"/>
              </a:ext>
            </a:extLst>
          </p:cNvPr>
          <p:cNvSpPr>
            <a:spLocks noGrp="1"/>
          </p:cNvSpPr>
          <p:nvPr>
            <p:ph type="sldNum" sz="quarter" idx="10"/>
          </p:nvPr>
        </p:nvSpPr>
        <p:spPr>
          <a:xfrm>
            <a:off x="8027988" y="6611938"/>
            <a:ext cx="1049337" cy="246062"/>
          </a:xfrm>
        </p:spPr>
        <p:txBody>
          <a:bodyPr/>
          <a:lstStyle/>
          <a:p>
            <a:fld id="{8A6D26B4-866C-4665-A6B1-E1D86A7FEB5A}" type="slidenum">
              <a:rPr lang="zh-CN" altLang="en-US" smtClean="0"/>
              <a:pPr/>
              <a:t>3</a:t>
            </a:fld>
            <a:endParaRPr lang="zh-CN" altLang="en-US" dirty="0"/>
          </a:p>
        </p:txBody>
      </p:sp>
    </p:spTree>
    <p:extLst>
      <p:ext uri="{BB962C8B-B14F-4D97-AF65-F5344CB8AC3E}">
        <p14:creationId xmlns:p14="http://schemas.microsoft.com/office/powerpoint/2010/main" val="3799426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A7863A8-9F65-AF4B-8A76-15372CD6AF70}"/>
              </a:ext>
            </a:extLst>
          </p:cNvPr>
          <p:cNvSpPr>
            <a:spLocks noGrp="1"/>
          </p:cNvSpPr>
          <p:nvPr>
            <p:ph type="body" idx="1"/>
          </p:nvPr>
        </p:nvSpPr>
        <p:spPr/>
        <p:txBody>
          <a:bodyPr/>
          <a:lstStyle/>
          <a:p>
            <a:r>
              <a:rPr kumimoji="1" lang="en-US" altLang="zh-CN" dirty="0"/>
              <a:t>Js</a:t>
            </a:r>
            <a:r>
              <a:rPr kumimoji="1" lang="zh-CN" altLang="en-US" dirty="0"/>
              <a:t>中的堆</a:t>
            </a:r>
          </a:p>
        </p:txBody>
      </p:sp>
      <p:sp>
        <p:nvSpPr>
          <p:cNvPr id="3" name="内容占位符 2">
            <a:extLst>
              <a:ext uri="{FF2B5EF4-FFF2-40B4-BE49-F238E27FC236}">
                <a16:creationId xmlns:a16="http://schemas.microsoft.com/office/drawing/2014/main" id="{6ABB9837-B059-634A-AE0C-899B53421213}"/>
              </a:ext>
            </a:extLst>
          </p:cNvPr>
          <p:cNvSpPr>
            <a:spLocks noGrp="1"/>
          </p:cNvSpPr>
          <p:nvPr>
            <p:ph idx="13"/>
          </p:nvPr>
        </p:nvSpPr>
        <p:spPr/>
        <p:txBody>
          <a:bodyPr/>
          <a:lstStyle/>
          <a:p>
            <a:r>
              <a:rPr lang="en" altLang="zh-CN" b="0" dirty="0"/>
              <a:t>JavaScript</a:t>
            </a:r>
            <a:r>
              <a:rPr lang="zh-CN" altLang="en-US" b="0" dirty="0"/>
              <a:t>中变量类型有两种：</a:t>
            </a:r>
          </a:p>
          <a:p>
            <a:pPr lvl="1"/>
            <a:r>
              <a:rPr lang="zh-CN" altLang="en-US" b="0" dirty="0">
                <a:solidFill>
                  <a:schemeClr val="tx2">
                    <a:lumMod val="50000"/>
                  </a:schemeClr>
                </a:solidFill>
              </a:rPr>
              <a:t>基础类型</a:t>
            </a:r>
            <a:r>
              <a:rPr lang="en-US" altLang="zh-CN" b="0" dirty="0">
                <a:solidFill>
                  <a:schemeClr val="tx2">
                    <a:lumMod val="50000"/>
                  </a:schemeClr>
                </a:solidFill>
              </a:rPr>
              <a:t>(</a:t>
            </a:r>
            <a:r>
              <a:rPr lang="en" altLang="zh-CN" b="0" dirty="0">
                <a:solidFill>
                  <a:schemeClr val="tx2">
                    <a:lumMod val="50000"/>
                  </a:schemeClr>
                </a:solidFill>
              </a:rPr>
              <a:t>Undefined, Null, Boolean, Number, String, Symbol</a:t>
            </a:r>
            <a:r>
              <a:rPr lang="en-US" altLang="zh-CN" b="0" dirty="0">
                <a:solidFill>
                  <a:schemeClr val="tx2">
                    <a:lumMod val="50000"/>
                  </a:schemeClr>
                </a:solidFill>
              </a:rPr>
              <a:t>)</a:t>
            </a:r>
            <a:r>
              <a:rPr lang="zh-CN" altLang="en-US" b="0" dirty="0">
                <a:solidFill>
                  <a:schemeClr val="tx2">
                    <a:lumMod val="50000"/>
                  </a:schemeClr>
                </a:solidFill>
              </a:rPr>
              <a:t>一共</a:t>
            </a:r>
            <a:r>
              <a:rPr lang="en-US" altLang="zh-CN" b="0" dirty="0">
                <a:solidFill>
                  <a:schemeClr val="tx2">
                    <a:lumMod val="50000"/>
                  </a:schemeClr>
                </a:solidFill>
              </a:rPr>
              <a:t>6</a:t>
            </a:r>
            <a:r>
              <a:rPr lang="zh-CN" altLang="en-US" b="0" dirty="0">
                <a:solidFill>
                  <a:schemeClr val="tx2">
                    <a:lumMod val="50000"/>
                  </a:schemeClr>
                </a:solidFill>
              </a:rPr>
              <a:t>种</a:t>
            </a:r>
          </a:p>
          <a:p>
            <a:pPr lvl="1"/>
            <a:r>
              <a:rPr lang="zh-CN" altLang="en-US" b="0" dirty="0">
                <a:solidFill>
                  <a:schemeClr val="tx2">
                    <a:lumMod val="50000"/>
                  </a:schemeClr>
                </a:solidFill>
              </a:rPr>
              <a:t>引用类型</a:t>
            </a:r>
            <a:r>
              <a:rPr lang="en-US" altLang="zh-CN" b="0" dirty="0">
                <a:solidFill>
                  <a:schemeClr val="tx2">
                    <a:lumMod val="50000"/>
                  </a:schemeClr>
                </a:solidFill>
              </a:rPr>
              <a:t>(</a:t>
            </a:r>
            <a:r>
              <a:rPr lang="en" altLang="zh-CN" b="0" dirty="0">
                <a:solidFill>
                  <a:schemeClr val="tx2">
                    <a:lumMod val="50000"/>
                  </a:schemeClr>
                </a:solidFill>
              </a:rPr>
              <a:t>Object)</a:t>
            </a:r>
          </a:p>
          <a:p>
            <a:r>
              <a:rPr lang="zh-CN" altLang="en-US" b="0" dirty="0"/>
              <a:t>基础数据类型储存在栈中，引用数据类型存储在堆中。</a:t>
            </a:r>
            <a:endParaRPr lang="en-US" altLang="zh-CN" b="0" dirty="0"/>
          </a:p>
          <a:p>
            <a:r>
              <a:rPr lang="en" altLang="zh-CN" b="0" dirty="0"/>
              <a:t>JS</a:t>
            </a:r>
            <a:r>
              <a:rPr lang="zh-CN" altLang="en-US" b="0" dirty="0"/>
              <a:t>不允许直接访问堆内存中的位置，因此我们不能直接操作对象的堆内存空间。在操作对象时，实际上是在操作对象的引用而不是实际的对象。</a:t>
            </a:r>
            <a:endParaRPr lang="en-US" altLang="zh-CN" b="0" dirty="0"/>
          </a:p>
          <a:p>
            <a:r>
              <a:rPr lang="zh-CN" altLang="en-US" b="0" dirty="0"/>
              <a:t>这里的引用，我们可以粗浅地理解为保存在栈内存中的一个地址，该地址与堆内存的实际值相关联。</a:t>
            </a:r>
          </a:p>
        </p:txBody>
      </p:sp>
      <p:sp>
        <p:nvSpPr>
          <p:cNvPr id="4" name="灯片编号占位符 3">
            <a:extLst>
              <a:ext uri="{FF2B5EF4-FFF2-40B4-BE49-F238E27FC236}">
                <a16:creationId xmlns:a16="http://schemas.microsoft.com/office/drawing/2014/main" id="{3DECAD79-042D-FB4E-9505-8519FDC0A53B}"/>
              </a:ext>
            </a:extLst>
          </p:cNvPr>
          <p:cNvSpPr>
            <a:spLocks noGrp="1"/>
          </p:cNvSpPr>
          <p:nvPr>
            <p:ph type="sldNum" sz="quarter" idx="10"/>
          </p:nvPr>
        </p:nvSpPr>
        <p:spPr/>
        <p:txBody>
          <a:bodyPr/>
          <a:lstStyle/>
          <a:p>
            <a:fld id="{8A6D26B4-866C-4665-A6B1-E1D86A7FEB5A}" type="slidenum">
              <a:rPr lang="zh-CN" altLang="en-US" smtClean="0"/>
              <a:pPr/>
              <a:t>4</a:t>
            </a:fld>
            <a:endParaRPr lang="zh-CN" altLang="en-US" dirty="0"/>
          </a:p>
        </p:txBody>
      </p:sp>
      <p:sp>
        <p:nvSpPr>
          <p:cNvPr id="6" name="标题 5">
            <a:extLst>
              <a:ext uri="{FF2B5EF4-FFF2-40B4-BE49-F238E27FC236}">
                <a16:creationId xmlns:a16="http://schemas.microsoft.com/office/drawing/2014/main" id="{2DA09EAC-FBCC-3344-8A20-9F380799F69B}"/>
              </a:ext>
            </a:extLst>
          </p:cNvPr>
          <p:cNvSpPr>
            <a:spLocks noGrp="1"/>
          </p:cNvSpPr>
          <p:nvPr>
            <p:ph type="title"/>
          </p:nvPr>
        </p:nvSpPr>
        <p:spPr/>
        <p:txBody>
          <a:bodyPr/>
          <a:lstStyle/>
          <a:p>
            <a:endParaRPr kumimoji="1" lang="zh-CN" altLang="en-US" dirty="0"/>
          </a:p>
        </p:txBody>
      </p:sp>
    </p:spTree>
    <p:extLst>
      <p:ext uri="{BB962C8B-B14F-4D97-AF65-F5344CB8AC3E}">
        <p14:creationId xmlns:p14="http://schemas.microsoft.com/office/powerpoint/2010/main" val="932239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5</a:t>
            </a:fld>
            <a:endParaRPr lang="zh-CN" altLang="en-US" dirty="0"/>
          </a:p>
        </p:txBody>
      </p:sp>
      <p:pic>
        <p:nvPicPr>
          <p:cNvPr id="2" name="图片 1">
            <a:extLst>
              <a:ext uri="{FF2B5EF4-FFF2-40B4-BE49-F238E27FC236}">
                <a16:creationId xmlns:a16="http://schemas.microsoft.com/office/drawing/2014/main" id="{1CFD9183-B1AD-644F-B4DB-EEF5E1E8B797}"/>
              </a:ext>
            </a:extLst>
          </p:cNvPr>
          <p:cNvPicPr>
            <a:picLocks noChangeAspect="1"/>
          </p:cNvPicPr>
          <p:nvPr/>
        </p:nvPicPr>
        <p:blipFill>
          <a:blip r:embed="rId2"/>
          <a:stretch>
            <a:fillRect/>
          </a:stretch>
        </p:blipFill>
        <p:spPr>
          <a:xfrm>
            <a:off x="1331640" y="1091311"/>
            <a:ext cx="6408711" cy="46234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Js</a:t>
            </a:r>
            <a:r>
              <a:rPr lang="zh-CN" altLang="en-US" dirty="0">
                <a:latin typeface="隶书" panose="02010509060101010101" pitchFamily="49" charset="-122"/>
                <a:ea typeface="隶书" panose="02010509060101010101" pitchFamily="49" charset="-122"/>
              </a:rPr>
              <a:t>引擎</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6</a:t>
            </a:fld>
            <a:endParaRPr lang="zh-CN" altLang="en-US" dirty="0"/>
          </a:p>
        </p:txBody>
      </p:sp>
      <p:pic>
        <p:nvPicPr>
          <p:cNvPr id="2" name="图片 1">
            <a:extLst>
              <a:ext uri="{FF2B5EF4-FFF2-40B4-BE49-F238E27FC236}">
                <a16:creationId xmlns:a16="http://schemas.microsoft.com/office/drawing/2014/main" id="{F9D67C68-5A33-714D-A016-CB14AF41D307}"/>
              </a:ext>
            </a:extLst>
          </p:cNvPr>
          <p:cNvPicPr>
            <a:picLocks noChangeAspect="1"/>
          </p:cNvPicPr>
          <p:nvPr/>
        </p:nvPicPr>
        <p:blipFill>
          <a:blip r:embed="rId2"/>
          <a:stretch>
            <a:fillRect/>
          </a:stretch>
        </p:blipFill>
        <p:spPr>
          <a:xfrm>
            <a:off x="1425064" y="1772816"/>
            <a:ext cx="6293872" cy="2475334"/>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BC9A1A69-EDE3-8249-8F43-74C51BE59F09}"/>
                  </a:ext>
                </a:extLst>
              </p14:cNvPr>
              <p14:cNvContentPartPr/>
              <p14:nvPr/>
            </p14:nvContentPartPr>
            <p14:xfrm>
              <a:off x="6364914" y="2500579"/>
              <a:ext cx="713160" cy="188640"/>
            </p14:xfrm>
          </p:contentPart>
        </mc:Choice>
        <mc:Fallback xmlns="">
          <p:pic>
            <p:nvPicPr>
              <p:cNvPr id="5" name="墨迹 4">
                <a:extLst>
                  <a:ext uri="{FF2B5EF4-FFF2-40B4-BE49-F238E27FC236}">
                    <a16:creationId xmlns:a16="http://schemas.microsoft.com/office/drawing/2014/main" id="{BC9A1A69-EDE3-8249-8F43-74C51BE59F09}"/>
                  </a:ext>
                </a:extLst>
              </p:cNvPr>
              <p:cNvPicPr/>
              <p:nvPr/>
            </p:nvPicPr>
            <p:blipFill>
              <a:blip r:embed="rId4"/>
              <a:stretch>
                <a:fillRect/>
              </a:stretch>
            </p:blipFill>
            <p:spPr>
              <a:xfrm>
                <a:off x="6355914" y="2491939"/>
                <a:ext cx="7308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墨迹 6">
                <a:extLst>
                  <a:ext uri="{FF2B5EF4-FFF2-40B4-BE49-F238E27FC236}">
                    <a16:creationId xmlns:a16="http://schemas.microsoft.com/office/drawing/2014/main" id="{4EAF99E6-2A2C-BA4C-9B68-C8503D08E16E}"/>
                  </a:ext>
                </a:extLst>
              </p14:cNvPr>
              <p14:cNvContentPartPr/>
              <p14:nvPr/>
            </p14:nvContentPartPr>
            <p14:xfrm>
              <a:off x="6147834" y="2607139"/>
              <a:ext cx="483120" cy="75240"/>
            </p14:xfrm>
          </p:contentPart>
        </mc:Choice>
        <mc:Fallback xmlns="">
          <p:pic>
            <p:nvPicPr>
              <p:cNvPr id="7" name="墨迹 6">
                <a:extLst>
                  <a:ext uri="{FF2B5EF4-FFF2-40B4-BE49-F238E27FC236}">
                    <a16:creationId xmlns:a16="http://schemas.microsoft.com/office/drawing/2014/main" id="{4EAF99E6-2A2C-BA4C-9B68-C8503D08E16E}"/>
                  </a:ext>
                </a:extLst>
              </p:cNvPr>
              <p:cNvPicPr/>
              <p:nvPr/>
            </p:nvPicPr>
            <p:blipFill>
              <a:blip r:embed="rId6"/>
              <a:stretch>
                <a:fillRect/>
              </a:stretch>
            </p:blipFill>
            <p:spPr>
              <a:xfrm>
                <a:off x="6139194" y="2598139"/>
                <a:ext cx="5007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墨迹 7">
                <a:extLst>
                  <a:ext uri="{FF2B5EF4-FFF2-40B4-BE49-F238E27FC236}">
                    <a16:creationId xmlns:a16="http://schemas.microsoft.com/office/drawing/2014/main" id="{669E144A-0E01-0A4D-B655-42D66F354D07}"/>
                  </a:ext>
                </a:extLst>
              </p14:cNvPr>
              <p14:cNvContentPartPr/>
              <p14:nvPr/>
            </p14:nvContentPartPr>
            <p14:xfrm>
              <a:off x="6235314" y="2678419"/>
              <a:ext cx="117000" cy="30960"/>
            </p14:xfrm>
          </p:contentPart>
        </mc:Choice>
        <mc:Fallback xmlns="">
          <p:pic>
            <p:nvPicPr>
              <p:cNvPr id="8" name="墨迹 7">
                <a:extLst>
                  <a:ext uri="{FF2B5EF4-FFF2-40B4-BE49-F238E27FC236}">
                    <a16:creationId xmlns:a16="http://schemas.microsoft.com/office/drawing/2014/main" id="{669E144A-0E01-0A4D-B655-42D66F354D07}"/>
                  </a:ext>
                </a:extLst>
              </p:cNvPr>
              <p:cNvPicPr/>
              <p:nvPr/>
            </p:nvPicPr>
            <p:blipFill>
              <a:blip r:embed="rId8"/>
              <a:stretch>
                <a:fillRect/>
              </a:stretch>
            </p:blipFill>
            <p:spPr>
              <a:xfrm>
                <a:off x="6226674" y="2669779"/>
                <a:ext cx="1346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墨迹 10">
                <a:extLst>
                  <a:ext uri="{FF2B5EF4-FFF2-40B4-BE49-F238E27FC236}">
                    <a16:creationId xmlns:a16="http://schemas.microsoft.com/office/drawing/2014/main" id="{B586B667-7589-9446-BD07-4FB317649D88}"/>
                  </a:ext>
                </a:extLst>
              </p14:cNvPr>
              <p14:cNvContentPartPr/>
              <p14:nvPr/>
            </p14:nvContentPartPr>
            <p14:xfrm>
              <a:off x="5868834" y="2508859"/>
              <a:ext cx="584280" cy="190080"/>
            </p14:xfrm>
          </p:contentPart>
        </mc:Choice>
        <mc:Fallback xmlns="">
          <p:pic>
            <p:nvPicPr>
              <p:cNvPr id="11" name="墨迹 10">
                <a:extLst>
                  <a:ext uri="{FF2B5EF4-FFF2-40B4-BE49-F238E27FC236}">
                    <a16:creationId xmlns:a16="http://schemas.microsoft.com/office/drawing/2014/main" id="{B586B667-7589-9446-BD07-4FB317649D88}"/>
                  </a:ext>
                </a:extLst>
              </p:cNvPr>
              <p:cNvPicPr/>
              <p:nvPr/>
            </p:nvPicPr>
            <p:blipFill>
              <a:blip r:embed="rId10"/>
              <a:stretch>
                <a:fillRect/>
              </a:stretch>
            </p:blipFill>
            <p:spPr>
              <a:xfrm>
                <a:off x="5860194" y="2500219"/>
                <a:ext cx="60192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墨迹 11">
                <a:extLst>
                  <a:ext uri="{FF2B5EF4-FFF2-40B4-BE49-F238E27FC236}">
                    <a16:creationId xmlns:a16="http://schemas.microsoft.com/office/drawing/2014/main" id="{108A9AF9-7A0F-1E4F-BA88-F560E45D54B1}"/>
                  </a:ext>
                </a:extLst>
              </p14:cNvPr>
              <p14:cNvContentPartPr/>
              <p14:nvPr/>
            </p14:nvContentPartPr>
            <p14:xfrm>
              <a:off x="5796114" y="2570419"/>
              <a:ext cx="263160" cy="122040"/>
            </p14:xfrm>
          </p:contentPart>
        </mc:Choice>
        <mc:Fallback xmlns="">
          <p:pic>
            <p:nvPicPr>
              <p:cNvPr id="12" name="墨迹 11">
                <a:extLst>
                  <a:ext uri="{FF2B5EF4-FFF2-40B4-BE49-F238E27FC236}">
                    <a16:creationId xmlns:a16="http://schemas.microsoft.com/office/drawing/2014/main" id="{108A9AF9-7A0F-1E4F-BA88-F560E45D54B1}"/>
                  </a:ext>
                </a:extLst>
              </p:cNvPr>
              <p:cNvPicPr/>
              <p:nvPr/>
            </p:nvPicPr>
            <p:blipFill>
              <a:blip r:embed="rId12"/>
              <a:stretch>
                <a:fillRect/>
              </a:stretch>
            </p:blipFill>
            <p:spPr>
              <a:xfrm>
                <a:off x="5787474" y="2561779"/>
                <a:ext cx="2808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墨迹 12">
                <a:extLst>
                  <a:ext uri="{FF2B5EF4-FFF2-40B4-BE49-F238E27FC236}">
                    <a16:creationId xmlns:a16="http://schemas.microsoft.com/office/drawing/2014/main" id="{A058ED25-38A3-DE46-9AF9-A03E50EED66D}"/>
                  </a:ext>
                </a:extLst>
              </p14:cNvPr>
              <p14:cNvContentPartPr/>
              <p14:nvPr/>
            </p14:nvContentPartPr>
            <p14:xfrm>
              <a:off x="5921034" y="2545939"/>
              <a:ext cx="881640" cy="140760"/>
            </p14:xfrm>
          </p:contentPart>
        </mc:Choice>
        <mc:Fallback xmlns="">
          <p:pic>
            <p:nvPicPr>
              <p:cNvPr id="13" name="墨迹 12">
                <a:extLst>
                  <a:ext uri="{FF2B5EF4-FFF2-40B4-BE49-F238E27FC236}">
                    <a16:creationId xmlns:a16="http://schemas.microsoft.com/office/drawing/2014/main" id="{A058ED25-38A3-DE46-9AF9-A03E50EED66D}"/>
                  </a:ext>
                </a:extLst>
              </p:cNvPr>
              <p:cNvPicPr/>
              <p:nvPr/>
            </p:nvPicPr>
            <p:blipFill>
              <a:blip r:embed="rId14"/>
              <a:stretch>
                <a:fillRect/>
              </a:stretch>
            </p:blipFill>
            <p:spPr>
              <a:xfrm>
                <a:off x="5912394" y="2537299"/>
                <a:ext cx="8992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墨迹 13">
                <a:extLst>
                  <a:ext uri="{FF2B5EF4-FFF2-40B4-BE49-F238E27FC236}">
                    <a16:creationId xmlns:a16="http://schemas.microsoft.com/office/drawing/2014/main" id="{E3308C06-56C7-8540-A445-8197487FA739}"/>
                  </a:ext>
                </a:extLst>
              </p14:cNvPr>
              <p14:cNvContentPartPr/>
              <p14:nvPr/>
            </p14:nvContentPartPr>
            <p14:xfrm>
              <a:off x="6603234" y="2536579"/>
              <a:ext cx="944280" cy="147600"/>
            </p14:xfrm>
          </p:contentPart>
        </mc:Choice>
        <mc:Fallback xmlns="">
          <p:pic>
            <p:nvPicPr>
              <p:cNvPr id="14" name="墨迹 13">
                <a:extLst>
                  <a:ext uri="{FF2B5EF4-FFF2-40B4-BE49-F238E27FC236}">
                    <a16:creationId xmlns:a16="http://schemas.microsoft.com/office/drawing/2014/main" id="{E3308C06-56C7-8540-A445-8197487FA739}"/>
                  </a:ext>
                </a:extLst>
              </p:cNvPr>
              <p:cNvPicPr/>
              <p:nvPr/>
            </p:nvPicPr>
            <p:blipFill>
              <a:blip r:embed="rId16"/>
              <a:stretch>
                <a:fillRect/>
              </a:stretch>
            </p:blipFill>
            <p:spPr>
              <a:xfrm>
                <a:off x="6594234" y="2527579"/>
                <a:ext cx="9619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墨迹 22">
                <a:extLst>
                  <a:ext uri="{FF2B5EF4-FFF2-40B4-BE49-F238E27FC236}">
                    <a16:creationId xmlns:a16="http://schemas.microsoft.com/office/drawing/2014/main" id="{4BEBA973-8295-DC44-80ED-60FA18D6BE19}"/>
                  </a:ext>
                </a:extLst>
              </p14:cNvPr>
              <p14:cNvContentPartPr/>
              <p14:nvPr/>
            </p14:nvContentPartPr>
            <p14:xfrm>
              <a:off x="6666234" y="2468539"/>
              <a:ext cx="940320" cy="273240"/>
            </p14:xfrm>
          </p:contentPart>
        </mc:Choice>
        <mc:Fallback xmlns="">
          <p:pic>
            <p:nvPicPr>
              <p:cNvPr id="23" name="墨迹 22">
                <a:extLst>
                  <a:ext uri="{FF2B5EF4-FFF2-40B4-BE49-F238E27FC236}">
                    <a16:creationId xmlns:a16="http://schemas.microsoft.com/office/drawing/2014/main" id="{4BEBA973-8295-DC44-80ED-60FA18D6BE19}"/>
                  </a:ext>
                </a:extLst>
              </p:cNvPr>
              <p:cNvPicPr/>
              <p:nvPr/>
            </p:nvPicPr>
            <p:blipFill>
              <a:blip r:embed="rId18"/>
              <a:stretch>
                <a:fillRect/>
              </a:stretch>
            </p:blipFill>
            <p:spPr>
              <a:xfrm>
                <a:off x="6657234" y="2459539"/>
                <a:ext cx="957960" cy="290880"/>
              </a:xfrm>
              <a:prstGeom prst="rect">
                <a:avLst/>
              </a:prstGeom>
            </p:spPr>
          </p:pic>
        </mc:Fallback>
      </mc:AlternateContent>
    </p:spTree>
    <p:extLst>
      <p:ext uri="{BB962C8B-B14F-4D97-AF65-F5344CB8AC3E}">
        <p14:creationId xmlns:p14="http://schemas.microsoft.com/office/powerpoint/2010/main" val="424936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v8</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25541" y="292100"/>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r>
              <a:rPr lang="zh-CN" altLang="en-US" dirty="0"/>
              <a:t>解释和执行</a:t>
            </a:r>
            <a:r>
              <a:rPr lang="en-US" altLang="zh-CN" dirty="0" err="1"/>
              <a:t>js</a:t>
            </a:r>
            <a:r>
              <a:rPr lang="zh-CN" altLang="en-US" dirty="0"/>
              <a:t>的引擎</a:t>
            </a:r>
            <a:endParaRPr lang="en-US" altLang="zh-CN" dirty="0"/>
          </a:p>
          <a:p>
            <a:pPr eaLnBrk="1" hangingPunct="1">
              <a:defRPr/>
            </a:pPr>
            <a:r>
              <a:rPr lang="zh-CN" altLang="en-US" dirty="0"/>
              <a:t>由</a:t>
            </a:r>
            <a:r>
              <a:rPr lang="en-US" altLang="zh-CN" dirty="0" err="1"/>
              <a:t>c++</a:t>
            </a:r>
            <a:r>
              <a:rPr lang="zh-CN" altLang="en-US" dirty="0"/>
              <a:t>实现</a:t>
            </a:r>
            <a:endParaRPr lang="en-US" altLang="zh-CN" dirty="0"/>
          </a:p>
          <a:p>
            <a:pPr eaLnBrk="1" hangingPunct="1">
              <a:defRPr/>
            </a:pPr>
            <a:r>
              <a:rPr lang="zh-CN" altLang="en-US" dirty="0"/>
              <a:t>提取</a:t>
            </a:r>
            <a:r>
              <a:rPr lang="en-US" altLang="zh-CN" dirty="0" err="1"/>
              <a:t>js</a:t>
            </a:r>
            <a:r>
              <a:rPr lang="zh-CN" altLang="en-US" dirty="0"/>
              <a:t>代码构建</a:t>
            </a:r>
            <a:r>
              <a:rPr lang="en-US" altLang="zh-CN" dirty="0"/>
              <a:t>AST</a:t>
            </a:r>
            <a:r>
              <a:rPr lang="zh-CN" altLang="en-US" dirty="0"/>
              <a:t>，基于</a:t>
            </a:r>
            <a:r>
              <a:rPr lang="en-US" altLang="zh-CN" dirty="0"/>
              <a:t>AST</a:t>
            </a:r>
            <a:r>
              <a:rPr lang="zh-CN" altLang="en-US" dirty="0"/>
              <a:t>，</a:t>
            </a:r>
            <a:r>
              <a:rPr lang="en-US" altLang="zh-CN" dirty="0"/>
              <a:t>JIT</a:t>
            </a:r>
            <a:r>
              <a:rPr lang="zh-CN" altLang="en-US" dirty="0"/>
              <a:t>将其编译成汇编执行。</a:t>
            </a: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7</a:t>
            </a:fld>
            <a:endParaRPr lang="zh-CN" altLang="en-US" dirty="0"/>
          </a:p>
        </p:txBody>
      </p:sp>
      <p:pic>
        <p:nvPicPr>
          <p:cNvPr id="6" name="图片 5">
            <a:extLst>
              <a:ext uri="{FF2B5EF4-FFF2-40B4-BE49-F238E27FC236}">
                <a16:creationId xmlns:a16="http://schemas.microsoft.com/office/drawing/2014/main" id="{8010FCC1-B9A1-0D4B-A7B3-7184F09CD3BD}"/>
              </a:ext>
            </a:extLst>
          </p:cNvPr>
          <p:cNvPicPr>
            <a:picLocks noChangeAspect="1"/>
          </p:cNvPicPr>
          <p:nvPr/>
        </p:nvPicPr>
        <p:blipFill rotWithShape="1">
          <a:blip r:embed="rId2"/>
          <a:srcRect t="12787"/>
          <a:stretch/>
        </p:blipFill>
        <p:spPr>
          <a:xfrm>
            <a:off x="967462" y="3284984"/>
            <a:ext cx="6002858" cy="2946524"/>
          </a:xfrm>
          <a:prstGeom prst="rect">
            <a:avLst/>
          </a:prstGeom>
        </p:spPr>
      </p:pic>
    </p:spTree>
    <p:extLst>
      <p:ext uri="{BB962C8B-B14F-4D97-AF65-F5344CB8AC3E}">
        <p14:creationId xmlns:p14="http://schemas.microsoft.com/office/powerpoint/2010/main" val="39910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V8</a:t>
            </a:r>
            <a:r>
              <a:rPr lang="zh-CN" altLang="en-US" dirty="0">
                <a:solidFill>
                  <a:srgbClr val="622820"/>
                </a:solidFill>
                <a:latin typeface="隶书" panose="02010509060101010101" pitchFamily="49" charset="-122"/>
                <a:ea typeface="隶书" panose="02010509060101010101" pitchFamily="49" charset="-122"/>
              </a:rPr>
              <a:t>编译器</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8</a:t>
            </a:fld>
            <a:endParaRPr lang="zh-CN" altLang="en-US" dirty="0"/>
          </a:p>
        </p:txBody>
      </p:sp>
      <p:sp>
        <p:nvSpPr>
          <p:cNvPr id="6" name="内容占位符 4">
            <a:extLst>
              <a:ext uri="{FF2B5EF4-FFF2-40B4-BE49-F238E27FC236}">
                <a16:creationId xmlns:a16="http://schemas.microsoft.com/office/drawing/2014/main" id="{42C69FED-0237-E344-AA08-5346E1FFCB09}"/>
              </a:ext>
            </a:extLst>
          </p:cNvPr>
          <p:cNvSpPr txBox="1">
            <a:spLocks/>
          </p:cNvSpPr>
          <p:nvPr/>
        </p:nvSpPr>
        <p:spPr bwMode="auto">
          <a:xfrm>
            <a:off x="467544" y="1196752"/>
            <a:ext cx="7886700"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pPr>
              <a:defRPr/>
            </a:pPr>
            <a:r>
              <a:rPr lang="zh-CN" altLang="en-US" dirty="0"/>
              <a:t>内部大概分成四个编译器</a:t>
            </a:r>
            <a:br>
              <a:rPr lang="zh-CN" altLang="en-US" dirty="0"/>
            </a:br>
            <a:r>
              <a:rPr lang="en-US" altLang="zh-CN" dirty="0"/>
              <a:t>	</a:t>
            </a:r>
            <a:r>
              <a:rPr lang="zh-CN" altLang="en-US" dirty="0"/>
              <a:t>旧的</a:t>
            </a:r>
            <a:r>
              <a:rPr lang="en" altLang="zh-CN" dirty="0"/>
              <a:t>baseline</a:t>
            </a:r>
            <a:r>
              <a:rPr lang="zh-CN" altLang="en-US" dirty="0"/>
              <a:t>编译器：</a:t>
            </a:r>
            <a:r>
              <a:rPr lang="en" altLang="zh-CN" dirty="0"/>
              <a:t>Full-</a:t>
            </a:r>
            <a:r>
              <a:rPr lang="en" altLang="zh-CN" dirty="0" err="1"/>
              <a:t>Codegen</a:t>
            </a:r>
            <a:br>
              <a:rPr lang="en" altLang="zh-CN" dirty="0"/>
            </a:br>
            <a:r>
              <a:rPr lang="en" altLang="zh-CN" dirty="0"/>
              <a:t>	</a:t>
            </a:r>
            <a:r>
              <a:rPr lang="zh-CN" altLang="en-US" dirty="0"/>
              <a:t>旧的优化编译器：</a:t>
            </a:r>
            <a:r>
              <a:rPr lang="en" altLang="zh-CN" dirty="0"/>
              <a:t>Crankshaft</a:t>
            </a:r>
            <a:br>
              <a:rPr lang="en" altLang="zh-CN" dirty="0"/>
            </a:br>
            <a:r>
              <a:rPr lang="en" altLang="zh-CN" dirty="0"/>
              <a:t>	</a:t>
            </a:r>
            <a:r>
              <a:rPr lang="zh-CN" altLang="en-US" dirty="0"/>
              <a:t>新的优化编译器：</a:t>
            </a:r>
            <a:r>
              <a:rPr lang="en" altLang="zh-CN" dirty="0" err="1"/>
              <a:t>TurboFan</a:t>
            </a:r>
            <a:br>
              <a:rPr lang="en" altLang="zh-CN" dirty="0"/>
            </a:br>
            <a:r>
              <a:rPr lang="en" altLang="zh-CN" dirty="0"/>
              <a:t>	</a:t>
            </a:r>
            <a:r>
              <a:rPr lang="zh-CN" altLang="en-US" dirty="0"/>
              <a:t>新的</a:t>
            </a:r>
            <a:r>
              <a:rPr lang="en" altLang="zh-CN" dirty="0"/>
              <a:t>baseline</a:t>
            </a:r>
            <a:r>
              <a:rPr lang="zh-CN" altLang="en-US" dirty="0"/>
              <a:t>编译器：</a:t>
            </a:r>
            <a:r>
              <a:rPr lang="en" altLang="zh-CN" dirty="0"/>
              <a:t>Ignition</a:t>
            </a:r>
            <a:endParaRPr lang="zh-CN" altLang="en-US" dirty="0"/>
          </a:p>
        </p:txBody>
      </p:sp>
    </p:spTree>
    <p:extLst>
      <p:ext uri="{BB962C8B-B14F-4D97-AF65-F5344CB8AC3E}">
        <p14:creationId xmlns:p14="http://schemas.microsoft.com/office/powerpoint/2010/main" val="2558109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Hidden class</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9</a:t>
            </a:fld>
            <a:endParaRPr lang="zh-CN" altLang="en-US" dirty="0"/>
          </a:p>
        </p:txBody>
      </p:sp>
      <p:sp>
        <p:nvSpPr>
          <p:cNvPr id="2" name="文本框 1">
            <a:extLst>
              <a:ext uri="{FF2B5EF4-FFF2-40B4-BE49-F238E27FC236}">
                <a16:creationId xmlns:a16="http://schemas.microsoft.com/office/drawing/2014/main" id="{7148F609-5873-674B-A5F2-9A942ACC8B93}"/>
              </a:ext>
            </a:extLst>
          </p:cNvPr>
          <p:cNvSpPr txBox="1"/>
          <p:nvPr/>
        </p:nvSpPr>
        <p:spPr>
          <a:xfrm>
            <a:off x="420084" y="726091"/>
            <a:ext cx="2820003" cy="1754326"/>
          </a:xfrm>
          <a:prstGeom prst="rect">
            <a:avLst/>
          </a:prstGeom>
          <a:noFill/>
        </p:spPr>
        <p:txBody>
          <a:bodyPr wrap="none" rtlCol="0">
            <a:spAutoFit/>
          </a:bodyPr>
          <a:lstStyle/>
          <a:p>
            <a:r>
              <a:rPr kumimoji="1" lang="en-US" altLang="zh-CN" dirty="0"/>
              <a:t>Function Point(</a:t>
            </a:r>
            <a:r>
              <a:rPr kumimoji="1" lang="en-US" altLang="zh-CN" dirty="0" err="1"/>
              <a:t>x,y</a:t>
            </a:r>
            <a:r>
              <a:rPr kumimoji="1" lang="en-US" altLang="zh-CN" dirty="0"/>
              <a:t>){</a:t>
            </a:r>
          </a:p>
          <a:p>
            <a:r>
              <a:rPr kumimoji="1" lang="en-US" altLang="zh-CN" dirty="0"/>
              <a:t>	</a:t>
            </a:r>
            <a:r>
              <a:rPr kumimoji="1" lang="en-US" altLang="zh-CN" dirty="0" err="1"/>
              <a:t>this.x</a:t>
            </a:r>
            <a:r>
              <a:rPr kumimoji="1" lang="en-US" altLang="zh-CN" dirty="0"/>
              <a:t> = x;</a:t>
            </a:r>
          </a:p>
          <a:p>
            <a:r>
              <a:rPr kumimoji="1" lang="en-US" altLang="zh-CN" dirty="0"/>
              <a:t>	</a:t>
            </a:r>
            <a:r>
              <a:rPr kumimoji="1" lang="en-US" altLang="zh-CN" dirty="0" err="1"/>
              <a:t>this.y</a:t>
            </a:r>
            <a:r>
              <a:rPr kumimoji="1" lang="en-US" altLang="zh-CN" dirty="0"/>
              <a:t> = y;</a:t>
            </a:r>
          </a:p>
          <a:p>
            <a:r>
              <a:rPr kumimoji="1" lang="en-US" altLang="zh-CN" dirty="0"/>
              <a:t>}</a:t>
            </a:r>
          </a:p>
          <a:p>
            <a:endParaRPr kumimoji="1" lang="en-US" altLang="zh-CN" dirty="0"/>
          </a:p>
          <a:p>
            <a:r>
              <a:rPr kumimoji="1" lang="en-US" altLang="zh-CN" dirty="0"/>
              <a:t>var obj1 = new Point(1,2);</a:t>
            </a:r>
            <a:endParaRPr kumimoji="1" lang="zh-CN" altLang="en-US" dirty="0"/>
          </a:p>
        </p:txBody>
      </p:sp>
      <p:pic>
        <p:nvPicPr>
          <p:cNvPr id="3" name="图片 2">
            <a:extLst>
              <a:ext uri="{FF2B5EF4-FFF2-40B4-BE49-F238E27FC236}">
                <a16:creationId xmlns:a16="http://schemas.microsoft.com/office/drawing/2014/main" id="{3DD3A9B3-E107-F446-83DB-A13C83C742C5}"/>
              </a:ext>
            </a:extLst>
          </p:cNvPr>
          <p:cNvPicPr>
            <a:picLocks noChangeAspect="1"/>
          </p:cNvPicPr>
          <p:nvPr/>
        </p:nvPicPr>
        <p:blipFill>
          <a:blip r:embed="rId3"/>
          <a:stretch>
            <a:fillRect/>
          </a:stretch>
        </p:blipFill>
        <p:spPr>
          <a:xfrm>
            <a:off x="3836103" y="2782287"/>
            <a:ext cx="1854200" cy="2997200"/>
          </a:xfrm>
          <a:prstGeom prst="rect">
            <a:avLst/>
          </a:prstGeom>
        </p:spPr>
      </p:pic>
      <p:pic>
        <p:nvPicPr>
          <p:cNvPr id="5" name="图片 4">
            <a:extLst>
              <a:ext uri="{FF2B5EF4-FFF2-40B4-BE49-F238E27FC236}">
                <a16:creationId xmlns:a16="http://schemas.microsoft.com/office/drawing/2014/main" id="{CAC778E1-25F2-494F-ACB2-E61C73FB13E3}"/>
              </a:ext>
            </a:extLst>
          </p:cNvPr>
          <p:cNvPicPr>
            <a:picLocks noChangeAspect="1"/>
          </p:cNvPicPr>
          <p:nvPr/>
        </p:nvPicPr>
        <p:blipFill>
          <a:blip r:embed="rId4"/>
          <a:stretch>
            <a:fillRect/>
          </a:stretch>
        </p:blipFill>
        <p:spPr>
          <a:xfrm>
            <a:off x="6978650" y="2807687"/>
            <a:ext cx="1816100" cy="2971800"/>
          </a:xfrm>
          <a:prstGeom prst="rect">
            <a:avLst/>
          </a:prstGeom>
        </p:spPr>
      </p:pic>
      <p:cxnSp>
        <p:nvCxnSpPr>
          <p:cNvPr id="7" name="直线箭头连接符 6">
            <a:extLst>
              <a:ext uri="{FF2B5EF4-FFF2-40B4-BE49-F238E27FC236}">
                <a16:creationId xmlns:a16="http://schemas.microsoft.com/office/drawing/2014/main" id="{295D02C8-18E0-8C47-90E5-21388783E2C5}"/>
              </a:ext>
            </a:extLst>
          </p:cNvPr>
          <p:cNvCxnSpPr>
            <a:cxnSpLocks/>
            <a:stCxn id="3" idx="3"/>
            <a:endCxn id="5" idx="1"/>
          </p:cNvCxnSpPr>
          <p:nvPr/>
        </p:nvCxnSpPr>
        <p:spPr>
          <a:xfrm>
            <a:off x="5690303" y="4280887"/>
            <a:ext cx="1288347" cy="127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文本框 10">
            <a:extLst>
              <a:ext uri="{FF2B5EF4-FFF2-40B4-BE49-F238E27FC236}">
                <a16:creationId xmlns:a16="http://schemas.microsoft.com/office/drawing/2014/main" id="{287B62E7-4333-414E-941D-FCED2533EE55}"/>
              </a:ext>
            </a:extLst>
          </p:cNvPr>
          <p:cNvSpPr txBox="1"/>
          <p:nvPr/>
        </p:nvSpPr>
        <p:spPr>
          <a:xfrm>
            <a:off x="2863261" y="4502834"/>
            <a:ext cx="988412" cy="646331"/>
          </a:xfrm>
          <a:prstGeom prst="rect">
            <a:avLst/>
          </a:prstGeom>
          <a:noFill/>
        </p:spPr>
        <p:txBody>
          <a:bodyPr wrap="none" rtlCol="0">
            <a:spAutoFit/>
          </a:bodyPr>
          <a:lstStyle/>
          <a:p>
            <a:r>
              <a:rPr kumimoji="1" lang="en-US" altLang="zh-CN" dirty="0"/>
              <a:t>Offset:0</a:t>
            </a:r>
          </a:p>
          <a:p>
            <a:r>
              <a:rPr kumimoji="1" lang="en-US" altLang="zh-CN" dirty="0"/>
              <a:t>Offset:1</a:t>
            </a:r>
            <a:endParaRPr kumimoji="1" lang="zh-CN" altLang="en-US" dirty="0"/>
          </a:p>
        </p:txBody>
      </p:sp>
    </p:spTree>
    <p:extLst>
      <p:ext uri="{BB962C8B-B14F-4D97-AF65-F5344CB8AC3E}">
        <p14:creationId xmlns:p14="http://schemas.microsoft.com/office/powerpoint/2010/main" val="986990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class</a:t>
            </a:r>
            <a:r>
              <a:rPr lang="zh-CN" altLang="en-US" dirty="0">
                <a:solidFill>
                  <a:srgbClr val="622820"/>
                </a:solidFill>
                <a:latin typeface="隶书" panose="02010509060101010101" pitchFamily="49" charset="-122"/>
                <a:ea typeface="隶书" panose="02010509060101010101" pitchFamily="49" charset="-122"/>
              </a:rPr>
              <a:t>生成</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10</a:t>
            </a:fld>
            <a:endParaRPr lang="zh-CN" altLang="en-US" dirty="0"/>
          </a:p>
        </p:txBody>
      </p:sp>
      <p:pic>
        <p:nvPicPr>
          <p:cNvPr id="7" name="图片 6">
            <a:extLst>
              <a:ext uri="{FF2B5EF4-FFF2-40B4-BE49-F238E27FC236}">
                <a16:creationId xmlns:a16="http://schemas.microsoft.com/office/drawing/2014/main" id="{4BB70A5F-F681-F84F-ABF9-9EA462C95D9A}"/>
              </a:ext>
            </a:extLst>
          </p:cNvPr>
          <p:cNvPicPr>
            <a:picLocks noChangeAspect="1"/>
          </p:cNvPicPr>
          <p:nvPr/>
        </p:nvPicPr>
        <p:blipFill>
          <a:blip r:embed="rId2"/>
          <a:stretch>
            <a:fillRect/>
          </a:stretch>
        </p:blipFill>
        <p:spPr>
          <a:xfrm>
            <a:off x="1040575" y="764704"/>
            <a:ext cx="1854200" cy="2997200"/>
          </a:xfrm>
          <a:prstGeom prst="rect">
            <a:avLst/>
          </a:prstGeom>
        </p:spPr>
      </p:pic>
      <p:sp>
        <p:nvSpPr>
          <p:cNvPr id="8" name="文本框 7">
            <a:extLst>
              <a:ext uri="{FF2B5EF4-FFF2-40B4-BE49-F238E27FC236}">
                <a16:creationId xmlns:a16="http://schemas.microsoft.com/office/drawing/2014/main" id="{B56B701D-AC31-D642-B98A-6E7015243123}"/>
              </a:ext>
            </a:extLst>
          </p:cNvPr>
          <p:cNvSpPr txBox="1"/>
          <p:nvPr/>
        </p:nvSpPr>
        <p:spPr>
          <a:xfrm>
            <a:off x="67733" y="2485251"/>
            <a:ext cx="988412" cy="646331"/>
          </a:xfrm>
          <a:prstGeom prst="rect">
            <a:avLst/>
          </a:prstGeom>
          <a:noFill/>
        </p:spPr>
        <p:txBody>
          <a:bodyPr wrap="none" rtlCol="0">
            <a:spAutoFit/>
          </a:bodyPr>
          <a:lstStyle/>
          <a:p>
            <a:r>
              <a:rPr kumimoji="1" lang="en-US" altLang="zh-CN" dirty="0"/>
              <a:t>Offset:0</a:t>
            </a:r>
          </a:p>
          <a:p>
            <a:r>
              <a:rPr kumimoji="1" lang="en-US" altLang="zh-CN" dirty="0"/>
              <a:t>Offset:1</a:t>
            </a:r>
            <a:endParaRPr kumimoji="1" lang="zh-CN" altLang="en-US" dirty="0"/>
          </a:p>
        </p:txBody>
      </p:sp>
      <p:pic>
        <p:nvPicPr>
          <p:cNvPr id="2" name="图片 1">
            <a:extLst>
              <a:ext uri="{FF2B5EF4-FFF2-40B4-BE49-F238E27FC236}">
                <a16:creationId xmlns:a16="http://schemas.microsoft.com/office/drawing/2014/main" id="{E36E2534-47FF-9E4F-8143-D4D833A11A04}"/>
              </a:ext>
            </a:extLst>
          </p:cNvPr>
          <p:cNvPicPr>
            <a:picLocks noChangeAspect="1"/>
          </p:cNvPicPr>
          <p:nvPr/>
        </p:nvPicPr>
        <p:blipFill>
          <a:blip r:embed="rId3"/>
          <a:stretch>
            <a:fillRect/>
          </a:stretch>
        </p:blipFill>
        <p:spPr>
          <a:xfrm>
            <a:off x="3867617" y="3683843"/>
            <a:ext cx="1435100" cy="2425700"/>
          </a:xfrm>
          <a:prstGeom prst="rect">
            <a:avLst/>
          </a:prstGeom>
        </p:spPr>
      </p:pic>
      <p:cxnSp>
        <p:nvCxnSpPr>
          <p:cNvPr id="5" name="直线箭头连接符 4">
            <a:extLst>
              <a:ext uri="{FF2B5EF4-FFF2-40B4-BE49-F238E27FC236}">
                <a16:creationId xmlns:a16="http://schemas.microsoft.com/office/drawing/2014/main" id="{1BC2E2FE-DA2C-0647-8C38-E55A63DA5958}"/>
              </a:ext>
            </a:extLst>
          </p:cNvPr>
          <p:cNvCxnSpPr>
            <a:cxnSpLocks/>
            <a:stCxn id="7" idx="3"/>
            <a:endCxn id="2" idx="1"/>
          </p:cNvCxnSpPr>
          <p:nvPr/>
        </p:nvCxnSpPr>
        <p:spPr>
          <a:xfrm>
            <a:off x="2894775" y="2263304"/>
            <a:ext cx="972842" cy="263338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16610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class</a:t>
            </a:r>
            <a:r>
              <a:rPr lang="zh-CN" altLang="en-US" dirty="0">
                <a:solidFill>
                  <a:srgbClr val="622820"/>
                </a:solidFill>
                <a:latin typeface="隶书" panose="02010509060101010101" pitchFamily="49" charset="-122"/>
                <a:ea typeface="隶书" panose="02010509060101010101" pitchFamily="49" charset="-122"/>
              </a:rPr>
              <a:t>生成</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11</a:t>
            </a:fld>
            <a:endParaRPr lang="zh-CN" altLang="en-US" dirty="0"/>
          </a:p>
        </p:txBody>
      </p:sp>
      <p:pic>
        <p:nvPicPr>
          <p:cNvPr id="7" name="图片 6">
            <a:extLst>
              <a:ext uri="{FF2B5EF4-FFF2-40B4-BE49-F238E27FC236}">
                <a16:creationId xmlns:a16="http://schemas.microsoft.com/office/drawing/2014/main" id="{4BB70A5F-F681-F84F-ABF9-9EA462C95D9A}"/>
              </a:ext>
            </a:extLst>
          </p:cNvPr>
          <p:cNvPicPr>
            <a:picLocks noChangeAspect="1"/>
          </p:cNvPicPr>
          <p:nvPr/>
        </p:nvPicPr>
        <p:blipFill>
          <a:blip r:embed="rId2"/>
          <a:stretch>
            <a:fillRect/>
          </a:stretch>
        </p:blipFill>
        <p:spPr>
          <a:xfrm>
            <a:off x="1040575" y="764704"/>
            <a:ext cx="1854200" cy="2997200"/>
          </a:xfrm>
          <a:prstGeom prst="rect">
            <a:avLst/>
          </a:prstGeom>
        </p:spPr>
      </p:pic>
      <p:sp>
        <p:nvSpPr>
          <p:cNvPr id="8" name="文本框 7">
            <a:extLst>
              <a:ext uri="{FF2B5EF4-FFF2-40B4-BE49-F238E27FC236}">
                <a16:creationId xmlns:a16="http://schemas.microsoft.com/office/drawing/2014/main" id="{B56B701D-AC31-D642-B98A-6E7015243123}"/>
              </a:ext>
            </a:extLst>
          </p:cNvPr>
          <p:cNvSpPr txBox="1"/>
          <p:nvPr/>
        </p:nvSpPr>
        <p:spPr>
          <a:xfrm>
            <a:off x="67733" y="2485251"/>
            <a:ext cx="988412" cy="646331"/>
          </a:xfrm>
          <a:prstGeom prst="rect">
            <a:avLst/>
          </a:prstGeom>
          <a:noFill/>
        </p:spPr>
        <p:txBody>
          <a:bodyPr wrap="none" rtlCol="0">
            <a:spAutoFit/>
          </a:bodyPr>
          <a:lstStyle/>
          <a:p>
            <a:r>
              <a:rPr kumimoji="1" lang="en-US" altLang="zh-CN" dirty="0"/>
              <a:t>Offset:0</a:t>
            </a:r>
          </a:p>
          <a:p>
            <a:r>
              <a:rPr kumimoji="1" lang="en-US" altLang="zh-CN" dirty="0"/>
              <a:t>Offset:1</a:t>
            </a:r>
            <a:endParaRPr kumimoji="1" lang="zh-CN" altLang="en-US" dirty="0"/>
          </a:p>
        </p:txBody>
      </p:sp>
      <p:pic>
        <p:nvPicPr>
          <p:cNvPr id="2" name="图片 1">
            <a:extLst>
              <a:ext uri="{FF2B5EF4-FFF2-40B4-BE49-F238E27FC236}">
                <a16:creationId xmlns:a16="http://schemas.microsoft.com/office/drawing/2014/main" id="{E36E2534-47FF-9E4F-8143-D4D833A11A04}"/>
              </a:ext>
            </a:extLst>
          </p:cNvPr>
          <p:cNvPicPr>
            <a:picLocks noChangeAspect="1"/>
          </p:cNvPicPr>
          <p:nvPr/>
        </p:nvPicPr>
        <p:blipFill>
          <a:blip r:embed="rId3"/>
          <a:stretch>
            <a:fillRect/>
          </a:stretch>
        </p:blipFill>
        <p:spPr>
          <a:xfrm>
            <a:off x="3867617" y="3683843"/>
            <a:ext cx="1435100" cy="2425700"/>
          </a:xfrm>
          <a:prstGeom prst="rect">
            <a:avLst/>
          </a:prstGeom>
        </p:spPr>
      </p:pic>
      <p:cxnSp>
        <p:nvCxnSpPr>
          <p:cNvPr id="5" name="直线箭头连接符 4">
            <a:extLst>
              <a:ext uri="{FF2B5EF4-FFF2-40B4-BE49-F238E27FC236}">
                <a16:creationId xmlns:a16="http://schemas.microsoft.com/office/drawing/2014/main" id="{1BC2E2FE-DA2C-0647-8C38-E55A63DA5958}"/>
              </a:ext>
            </a:extLst>
          </p:cNvPr>
          <p:cNvCxnSpPr>
            <a:cxnSpLocks/>
            <a:stCxn id="7" idx="3"/>
            <a:endCxn id="10" idx="1"/>
          </p:cNvCxnSpPr>
          <p:nvPr/>
        </p:nvCxnSpPr>
        <p:spPr>
          <a:xfrm>
            <a:off x="2894775" y="2263304"/>
            <a:ext cx="2830862" cy="103160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图片 9">
            <a:extLst>
              <a:ext uri="{FF2B5EF4-FFF2-40B4-BE49-F238E27FC236}">
                <a16:creationId xmlns:a16="http://schemas.microsoft.com/office/drawing/2014/main" id="{907AE962-426A-0E43-BCAD-DAD3FF69352D}"/>
              </a:ext>
            </a:extLst>
          </p:cNvPr>
          <p:cNvPicPr>
            <a:picLocks noChangeAspect="1"/>
          </p:cNvPicPr>
          <p:nvPr/>
        </p:nvPicPr>
        <p:blipFill>
          <a:blip r:embed="rId4"/>
          <a:stretch>
            <a:fillRect/>
          </a:stretch>
        </p:blipFill>
        <p:spPr>
          <a:xfrm>
            <a:off x="5725637" y="2132856"/>
            <a:ext cx="1358900" cy="2324100"/>
          </a:xfrm>
          <a:prstGeom prst="rect">
            <a:avLst/>
          </a:prstGeom>
        </p:spPr>
      </p:pic>
      <p:cxnSp>
        <p:nvCxnSpPr>
          <p:cNvPr id="12" name="直线箭头连接符 11">
            <a:extLst>
              <a:ext uri="{FF2B5EF4-FFF2-40B4-BE49-F238E27FC236}">
                <a16:creationId xmlns:a16="http://schemas.microsoft.com/office/drawing/2014/main" id="{E6CF1A65-A325-BC49-8FEB-8F81A47D87A2}"/>
              </a:ext>
            </a:extLst>
          </p:cNvPr>
          <p:cNvCxnSpPr>
            <a:cxnSpLocks/>
            <a:stCxn id="2" idx="3"/>
            <a:endCxn id="10" idx="1"/>
          </p:cNvCxnSpPr>
          <p:nvPr/>
        </p:nvCxnSpPr>
        <p:spPr>
          <a:xfrm flipV="1">
            <a:off x="5302717" y="3294906"/>
            <a:ext cx="422920" cy="160178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775210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class</a:t>
            </a:r>
            <a:r>
              <a:rPr lang="zh-CN" altLang="en-US" dirty="0">
                <a:solidFill>
                  <a:srgbClr val="622820"/>
                </a:solidFill>
                <a:latin typeface="隶书" panose="02010509060101010101" pitchFamily="49" charset="-122"/>
                <a:ea typeface="隶书" panose="02010509060101010101" pitchFamily="49" charset="-122"/>
              </a:rPr>
              <a:t>生成</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12</a:t>
            </a:fld>
            <a:endParaRPr lang="zh-CN" altLang="en-US" dirty="0"/>
          </a:p>
        </p:txBody>
      </p:sp>
      <p:pic>
        <p:nvPicPr>
          <p:cNvPr id="7" name="图片 6">
            <a:extLst>
              <a:ext uri="{FF2B5EF4-FFF2-40B4-BE49-F238E27FC236}">
                <a16:creationId xmlns:a16="http://schemas.microsoft.com/office/drawing/2014/main" id="{4BB70A5F-F681-F84F-ABF9-9EA462C95D9A}"/>
              </a:ext>
            </a:extLst>
          </p:cNvPr>
          <p:cNvPicPr>
            <a:picLocks noChangeAspect="1"/>
          </p:cNvPicPr>
          <p:nvPr/>
        </p:nvPicPr>
        <p:blipFill>
          <a:blip r:embed="rId3"/>
          <a:stretch>
            <a:fillRect/>
          </a:stretch>
        </p:blipFill>
        <p:spPr>
          <a:xfrm>
            <a:off x="1040575" y="764704"/>
            <a:ext cx="1854200" cy="2997200"/>
          </a:xfrm>
          <a:prstGeom prst="rect">
            <a:avLst/>
          </a:prstGeom>
        </p:spPr>
      </p:pic>
      <p:sp>
        <p:nvSpPr>
          <p:cNvPr id="8" name="文本框 7">
            <a:extLst>
              <a:ext uri="{FF2B5EF4-FFF2-40B4-BE49-F238E27FC236}">
                <a16:creationId xmlns:a16="http://schemas.microsoft.com/office/drawing/2014/main" id="{B56B701D-AC31-D642-B98A-6E7015243123}"/>
              </a:ext>
            </a:extLst>
          </p:cNvPr>
          <p:cNvSpPr txBox="1"/>
          <p:nvPr/>
        </p:nvSpPr>
        <p:spPr>
          <a:xfrm>
            <a:off x="67733" y="2485251"/>
            <a:ext cx="988412" cy="646331"/>
          </a:xfrm>
          <a:prstGeom prst="rect">
            <a:avLst/>
          </a:prstGeom>
          <a:noFill/>
        </p:spPr>
        <p:txBody>
          <a:bodyPr wrap="none" rtlCol="0">
            <a:spAutoFit/>
          </a:bodyPr>
          <a:lstStyle/>
          <a:p>
            <a:r>
              <a:rPr kumimoji="1" lang="en-US" altLang="zh-CN" dirty="0"/>
              <a:t>Offset:0</a:t>
            </a:r>
          </a:p>
          <a:p>
            <a:r>
              <a:rPr kumimoji="1" lang="en-US" altLang="zh-CN" dirty="0"/>
              <a:t>Offset:1</a:t>
            </a:r>
            <a:endParaRPr kumimoji="1" lang="zh-CN" altLang="en-US" dirty="0"/>
          </a:p>
        </p:txBody>
      </p:sp>
      <p:pic>
        <p:nvPicPr>
          <p:cNvPr id="2" name="图片 1">
            <a:extLst>
              <a:ext uri="{FF2B5EF4-FFF2-40B4-BE49-F238E27FC236}">
                <a16:creationId xmlns:a16="http://schemas.microsoft.com/office/drawing/2014/main" id="{E36E2534-47FF-9E4F-8143-D4D833A11A04}"/>
              </a:ext>
            </a:extLst>
          </p:cNvPr>
          <p:cNvPicPr>
            <a:picLocks noChangeAspect="1"/>
          </p:cNvPicPr>
          <p:nvPr/>
        </p:nvPicPr>
        <p:blipFill>
          <a:blip r:embed="rId4"/>
          <a:stretch>
            <a:fillRect/>
          </a:stretch>
        </p:blipFill>
        <p:spPr>
          <a:xfrm>
            <a:off x="3867617" y="3683843"/>
            <a:ext cx="1435100" cy="2425700"/>
          </a:xfrm>
          <a:prstGeom prst="rect">
            <a:avLst/>
          </a:prstGeom>
        </p:spPr>
      </p:pic>
      <p:cxnSp>
        <p:nvCxnSpPr>
          <p:cNvPr id="5" name="直线箭头连接符 4">
            <a:extLst>
              <a:ext uri="{FF2B5EF4-FFF2-40B4-BE49-F238E27FC236}">
                <a16:creationId xmlns:a16="http://schemas.microsoft.com/office/drawing/2014/main" id="{1BC2E2FE-DA2C-0647-8C38-E55A63DA5958}"/>
              </a:ext>
            </a:extLst>
          </p:cNvPr>
          <p:cNvCxnSpPr>
            <a:cxnSpLocks/>
            <a:stCxn id="7" idx="3"/>
            <a:endCxn id="14" idx="1"/>
          </p:cNvCxnSpPr>
          <p:nvPr/>
        </p:nvCxnSpPr>
        <p:spPr>
          <a:xfrm flipV="1">
            <a:off x="2894775" y="1969532"/>
            <a:ext cx="4612681" cy="29377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图片 9">
            <a:extLst>
              <a:ext uri="{FF2B5EF4-FFF2-40B4-BE49-F238E27FC236}">
                <a16:creationId xmlns:a16="http://schemas.microsoft.com/office/drawing/2014/main" id="{907AE962-426A-0E43-BCAD-DAD3FF69352D}"/>
              </a:ext>
            </a:extLst>
          </p:cNvPr>
          <p:cNvPicPr>
            <a:picLocks noChangeAspect="1"/>
          </p:cNvPicPr>
          <p:nvPr/>
        </p:nvPicPr>
        <p:blipFill>
          <a:blip r:embed="rId5"/>
          <a:stretch>
            <a:fillRect/>
          </a:stretch>
        </p:blipFill>
        <p:spPr>
          <a:xfrm>
            <a:off x="5725637" y="2132856"/>
            <a:ext cx="1358900" cy="2324100"/>
          </a:xfrm>
          <a:prstGeom prst="rect">
            <a:avLst/>
          </a:prstGeom>
        </p:spPr>
      </p:pic>
      <p:cxnSp>
        <p:nvCxnSpPr>
          <p:cNvPr id="12" name="直线箭头连接符 11">
            <a:extLst>
              <a:ext uri="{FF2B5EF4-FFF2-40B4-BE49-F238E27FC236}">
                <a16:creationId xmlns:a16="http://schemas.microsoft.com/office/drawing/2014/main" id="{E6CF1A65-A325-BC49-8FEB-8F81A47D87A2}"/>
              </a:ext>
            </a:extLst>
          </p:cNvPr>
          <p:cNvCxnSpPr>
            <a:cxnSpLocks/>
            <a:stCxn id="2" idx="3"/>
            <a:endCxn id="10" idx="1"/>
          </p:cNvCxnSpPr>
          <p:nvPr/>
        </p:nvCxnSpPr>
        <p:spPr>
          <a:xfrm flipV="1">
            <a:off x="5302717" y="3294906"/>
            <a:ext cx="422920" cy="160178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4" name="图片 13">
            <a:extLst>
              <a:ext uri="{FF2B5EF4-FFF2-40B4-BE49-F238E27FC236}">
                <a16:creationId xmlns:a16="http://schemas.microsoft.com/office/drawing/2014/main" id="{40B01E3E-A602-F44E-B849-DC316F027A92}"/>
              </a:ext>
            </a:extLst>
          </p:cNvPr>
          <p:cNvPicPr>
            <a:picLocks noChangeAspect="1"/>
          </p:cNvPicPr>
          <p:nvPr/>
        </p:nvPicPr>
        <p:blipFill>
          <a:blip r:embed="rId6"/>
          <a:stretch>
            <a:fillRect/>
          </a:stretch>
        </p:blipFill>
        <p:spPr>
          <a:xfrm>
            <a:off x="7507456" y="807482"/>
            <a:ext cx="1494695" cy="2324100"/>
          </a:xfrm>
          <a:prstGeom prst="rect">
            <a:avLst/>
          </a:prstGeom>
        </p:spPr>
      </p:pic>
      <p:cxnSp>
        <p:nvCxnSpPr>
          <p:cNvPr id="16" name="直线箭头连接符 15">
            <a:extLst>
              <a:ext uri="{FF2B5EF4-FFF2-40B4-BE49-F238E27FC236}">
                <a16:creationId xmlns:a16="http://schemas.microsoft.com/office/drawing/2014/main" id="{53BC1BCE-041E-DA45-A9C2-7F20C2CEEC09}"/>
              </a:ext>
            </a:extLst>
          </p:cNvPr>
          <p:cNvCxnSpPr>
            <a:cxnSpLocks/>
            <a:stCxn id="10" idx="3"/>
            <a:endCxn id="14" idx="1"/>
          </p:cNvCxnSpPr>
          <p:nvPr/>
        </p:nvCxnSpPr>
        <p:spPr>
          <a:xfrm flipV="1">
            <a:off x="7084537" y="1969532"/>
            <a:ext cx="422919" cy="132537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9192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zh-CN" altLang="en-US" dirty="0">
                <a:latin typeface="隶书" panose="02010509060101010101" pitchFamily="49" charset="-122"/>
                <a:ea typeface="隶书" panose="02010509060101010101" pitchFamily="49" charset="-122"/>
              </a:rPr>
              <a:t>属性管理</a:t>
            </a:r>
            <a:r>
              <a:rPr lang="en-US" altLang="zh-CN" dirty="0">
                <a:solidFill>
                  <a:srgbClr val="622820"/>
                </a:solidFill>
                <a:latin typeface="隶书" panose="02010509060101010101" pitchFamily="49" charset="-122"/>
                <a:ea typeface="隶书" panose="02010509060101010101" pitchFamily="49" charset="-122"/>
              </a:rPr>
              <a:t> </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13</a:t>
            </a:fld>
            <a:endParaRPr lang="zh-CN" altLang="en-US" dirty="0"/>
          </a:p>
        </p:txBody>
      </p:sp>
      <p:sp>
        <p:nvSpPr>
          <p:cNvPr id="13" name="内容占位符 4">
            <a:extLst>
              <a:ext uri="{FF2B5EF4-FFF2-40B4-BE49-F238E27FC236}">
                <a16:creationId xmlns:a16="http://schemas.microsoft.com/office/drawing/2014/main" id="{A0BA7C43-A75F-DB4E-A631-9D416E314FF2}"/>
              </a:ext>
            </a:extLst>
          </p:cNvPr>
          <p:cNvSpPr txBox="1">
            <a:spLocks/>
          </p:cNvSpPr>
          <p:nvPr/>
        </p:nvSpPr>
        <p:spPr bwMode="auto">
          <a:xfrm>
            <a:off x="251520" y="764704"/>
            <a:ext cx="7886700" cy="356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pPr>
              <a:defRPr/>
            </a:pPr>
            <a:r>
              <a:rPr lang="zh-CN" altLang="en-US" b="0" dirty="0"/>
              <a:t>默认情况下</a:t>
            </a:r>
            <a:r>
              <a:rPr lang="en-US" altLang="zh-CN" b="0" dirty="0"/>
              <a:t>,</a:t>
            </a:r>
            <a:r>
              <a:rPr lang="en" altLang="zh-CN" b="0" dirty="0"/>
              <a:t>object</a:t>
            </a:r>
            <a:r>
              <a:rPr lang="zh-CN" altLang="en-US" b="0" dirty="0"/>
              <a:t>的内部管理是通过</a:t>
            </a:r>
            <a:r>
              <a:rPr lang="en" altLang="zh-CN" b="0" dirty="0"/>
              <a:t>array</a:t>
            </a:r>
            <a:r>
              <a:rPr lang="zh-CN" altLang="en-US" b="0" dirty="0"/>
              <a:t>实现的</a:t>
            </a:r>
          </a:p>
          <a:p>
            <a:pPr>
              <a:defRPr/>
            </a:pPr>
            <a:r>
              <a:rPr lang="zh-CN" altLang="en-US" b="0" dirty="0"/>
              <a:t>当</a:t>
            </a:r>
            <a:r>
              <a:rPr lang="en" altLang="zh-CN" b="0" dirty="0"/>
              <a:t>property</a:t>
            </a:r>
            <a:r>
              <a:rPr lang="zh-CN" altLang="en-US" b="0" dirty="0"/>
              <a:t>增加到</a:t>
            </a:r>
            <a:r>
              <a:rPr lang="en-US" altLang="zh-CN" b="0" dirty="0"/>
              <a:t>11</a:t>
            </a:r>
            <a:r>
              <a:rPr lang="zh-CN" altLang="en-US" b="0" dirty="0"/>
              <a:t>个以上，使用外部的</a:t>
            </a:r>
            <a:r>
              <a:rPr lang="en" altLang="zh-CN" b="0" dirty="0"/>
              <a:t>array</a:t>
            </a:r>
            <a:r>
              <a:rPr lang="zh-CN" altLang="en-US" b="0" dirty="0"/>
              <a:t>来管理。 </a:t>
            </a:r>
            <a:endParaRPr lang="en-US" altLang="zh-CN" b="0" dirty="0"/>
          </a:p>
          <a:p>
            <a:pPr>
              <a:defRPr/>
            </a:pPr>
            <a:r>
              <a:rPr lang="zh-CN" altLang="en-US" b="0" dirty="0"/>
              <a:t>如果再进一步增加</a:t>
            </a:r>
            <a:r>
              <a:rPr lang="en" altLang="zh-CN" b="0" dirty="0"/>
              <a:t>property</a:t>
            </a:r>
            <a:r>
              <a:rPr lang="zh-CN" altLang="en" b="0" dirty="0"/>
              <a:t>，</a:t>
            </a:r>
            <a:r>
              <a:rPr lang="zh-CN" altLang="en-US" b="0" dirty="0"/>
              <a:t>那么就用</a:t>
            </a:r>
            <a:r>
              <a:rPr lang="en" altLang="zh-CN" b="0" dirty="0"/>
              <a:t>object</a:t>
            </a:r>
            <a:r>
              <a:rPr lang="zh-CN" altLang="en-US" b="0" dirty="0"/>
              <a:t>外的</a:t>
            </a:r>
            <a:r>
              <a:rPr lang="en" altLang="zh-CN" b="0" dirty="0"/>
              <a:t>dictory</a:t>
            </a:r>
            <a:r>
              <a:rPr lang="zh-CN" altLang="en-US" b="0" dirty="0"/>
              <a:t>来管理</a:t>
            </a:r>
            <a:r>
              <a:rPr lang="en-US" altLang="zh-CN" dirty="0"/>
              <a:t>	</a:t>
            </a:r>
            <a:endParaRPr lang="zh-CN" altLang="en-US" dirty="0"/>
          </a:p>
        </p:txBody>
      </p:sp>
    </p:spTree>
    <p:extLst>
      <p:ext uri="{BB962C8B-B14F-4D97-AF65-F5344CB8AC3E}">
        <p14:creationId xmlns:p14="http://schemas.microsoft.com/office/powerpoint/2010/main" val="4026778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err="1">
                <a:solidFill>
                  <a:srgbClr val="622820"/>
                </a:solidFill>
                <a:latin typeface="隶书" panose="02010509060101010101" pitchFamily="49" charset="-122"/>
                <a:ea typeface="隶书" panose="02010509060101010101" pitchFamily="49" charset="-122"/>
              </a:rPr>
              <a:t>Hiden</a:t>
            </a:r>
            <a:r>
              <a:rPr lang="en-US" altLang="zh-CN" dirty="0">
                <a:solidFill>
                  <a:srgbClr val="622820"/>
                </a:solidFill>
                <a:latin typeface="隶书" panose="02010509060101010101" pitchFamily="49" charset="-122"/>
                <a:ea typeface="隶书" panose="02010509060101010101" pitchFamily="49" charset="-122"/>
              </a:rPr>
              <a:t> class </a:t>
            </a:r>
            <a:endParaRPr lang="zh-CN" dirty="0">
              <a:solidFill>
                <a:srgbClr val="622820"/>
              </a:solidFill>
              <a:latin typeface="隶书" panose="02010509060101010101" pitchFamily="49" charset="-122"/>
              <a:ea typeface="隶书" panose="02010509060101010101" pitchFamily="49" charset="-122"/>
            </a:endParaRPr>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14</a:t>
            </a:fld>
            <a:endParaRPr lang="zh-CN" altLang="en-US" dirty="0"/>
          </a:p>
        </p:txBody>
      </p:sp>
      <p:sp>
        <p:nvSpPr>
          <p:cNvPr id="13" name="内容占位符 4">
            <a:extLst>
              <a:ext uri="{FF2B5EF4-FFF2-40B4-BE49-F238E27FC236}">
                <a16:creationId xmlns:a16="http://schemas.microsoft.com/office/drawing/2014/main" id="{A0BA7C43-A75F-DB4E-A631-9D416E314FF2}"/>
              </a:ext>
            </a:extLst>
          </p:cNvPr>
          <p:cNvSpPr txBox="1">
            <a:spLocks/>
          </p:cNvSpPr>
          <p:nvPr/>
        </p:nvSpPr>
        <p:spPr bwMode="auto">
          <a:xfrm>
            <a:off x="251520" y="764704"/>
            <a:ext cx="7886700" cy="356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pPr>
              <a:defRPr/>
            </a:pPr>
            <a:r>
              <a:rPr lang="zh-CN" altLang="en-US" b="0" dirty="0"/>
              <a:t>从</a:t>
            </a:r>
            <a:r>
              <a:rPr lang="en" altLang="zh-CN" b="0" dirty="0"/>
              <a:t>Hidden Class</a:t>
            </a:r>
            <a:r>
              <a:rPr lang="zh-CN" altLang="en-US" b="0" dirty="0"/>
              <a:t>实现中可以看到，如果是相同类型，那么</a:t>
            </a:r>
            <a:r>
              <a:rPr lang="en" altLang="zh-CN" b="0" dirty="0"/>
              <a:t>Map</a:t>
            </a:r>
            <a:r>
              <a:rPr lang="zh-CN" altLang="en-US" b="0" dirty="0"/>
              <a:t>地址是相同的。</a:t>
            </a:r>
            <a:endParaRPr lang="en-US" altLang="zh-CN" dirty="0"/>
          </a:p>
          <a:p>
            <a:r>
              <a:rPr lang="zh-CN" altLang="en-US" b="0" dirty="0"/>
              <a:t>一个</a:t>
            </a:r>
            <a:r>
              <a:rPr lang="en" altLang="zh-CN" b="0" dirty="0"/>
              <a:t>object(javascript</a:t>
            </a:r>
            <a:r>
              <a:rPr lang="zh-CN" altLang="en-US" b="0" dirty="0"/>
              <a:t>中</a:t>
            </a:r>
            <a:r>
              <a:rPr lang="en-US" altLang="zh-CN" b="0" dirty="0"/>
              <a:t>)</a:t>
            </a:r>
            <a:r>
              <a:rPr lang="zh-CN" altLang="en-US" b="0" dirty="0"/>
              <a:t>有一个指向</a:t>
            </a:r>
            <a:r>
              <a:rPr lang="en" altLang="zh-CN" b="0" dirty="0"/>
              <a:t>Map</a:t>
            </a:r>
            <a:r>
              <a:rPr lang="zh-CN" altLang="en-US" b="0" dirty="0"/>
              <a:t>的指针，</a:t>
            </a:r>
            <a:r>
              <a:rPr lang="en" altLang="zh-CN" b="0" dirty="0"/>
              <a:t>object</a:t>
            </a:r>
            <a:r>
              <a:rPr lang="zh-CN" altLang="en-US" b="0" dirty="0"/>
              <a:t>的前</a:t>
            </a:r>
            <a:r>
              <a:rPr lang="en-US" altLang="zh-CN" b="0" dirty="0"/>
              <a:t>8</a:t>
            </a:r>
            <a:r>
              <a:rPr lang="zh-CN" altLang="en-US" b="0" dirty="0"/>
              <a:t>个字节是一个指向</a:t>
            </a:r>
            <a:r>
              <a:rPr lang="en" altLang="zh-CN" b="0" dirty="0"/>
              <a:t>Map</a:t>
            </a:r>
            <a:r>
              <a:rPr lang="zh-CN" altLang="en-US" b="0" dirty="0"/>
              <a:t>的指针</a:t>
            </a:r>
          </a:p>
          <a:p>
            <a:pPr>
              <a:defRPr/>
            </a:pPr>
            <a:r>
              <a:rPr lang="en-US" altLang="zh-CN" b="0" dirty="0"/>
              <a:t>Exploit</a:t>
            </a:r>
            <a:r>
              <a:rPr lang="zh-CN" altLang="en-US" b="0" dirty="0"/>
              <a:t>时只需缓存在</a:t>
            </a:r>
            <a:r>
              <a:rPr lang="en" altLang="zh-CN" b="0" dirty="0"/>
              <a:t>JIT</a:t>
            </a:r>
            <a:r>
              <a:rPr lang="zh-CN" altLang="en-US" b="0" dirty="0"/>
              <a:t>中的地址和偏移量即可</a:t>
            </a:r>
            <a:r>
              <a:rPr lang="zh-CN" altLang="en-US" dirty="0"/>
              <a:t>。</a:t>
            </a:r>
            <a:endParaRPr lang="en-US" altLang="zh-CN" dirty="0"/>
          </a:p>
          <a:p>
            <a:pPr marL="0" indent="0">
              <a:buNone/>
              <a:defRPr/>
            </a:pPr>
            <a:r>
              <a:rPr lang="en-US" altLang="zh-CN" dirty="0"/>
              <a:t>	</a:t>
            </a:r>
            <a:endParaRPr lang="zh-CN" altLang="en-US" dirty="0"/>
          </a:p>
        </p:txBody>
      </p:sp>
    </p:spTree>
    <p:extLst>
      <p:ext uri="{BB962C8B-B14F-4D97-AF65-F5344CB8AC3E}">
        <p14:creationId xmlns:p14="http://schemas.microsoft.com/office/powerpoint/2010/main" val="162941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r>
              <a:rPr lang="en" altLang="zh-CN" dirty="0">
                <a:effectLst/>
              </a:rPr>
              <a:t>GC</a:t>
            </a:r>
            <a:r>
              <a:rPr lang="zh-CN" altLang="en" dirty="0">
                <a:effectLst/>
              </a:rPr>
              <a:t>机制</a:t>
            </a:r>
            <a:endParaRPr lang="en" altLang="zh-CN" dirty="0">
              <a:effectLst/>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15</a:t>
            </a:fld>
            <a:endParaRPr lang="zh-CN" altLang="en-US" dirty="0"/>
          </a:p>
        </p:txBody>
      </p:sp>
      <p:sp>
        <p:nvSpPr>
          <p:cNvPr id="6" name="内容占位符 4">
            <a:extLst>
              <a:ext uri="{FF2B5EF4-FFF2-40B4-BE49-F238E27FC236}">
                <a16:creationId xmlns:a16="http://schemas.microsoft.com/office/drawing/2014/main" id="{42C69FED-0237-E344-AA08-5346E1FFCB09}"/>
              </a:ext>
            </a:extLst>
          </p:cNvPr>
          <p:cNvSpPr txBox="1">
            <a:spLocks/>
          </p:cNvSpPr>
          <p:nvPr/>
        </p:nvSpPr>
        <p:spPr bwMode="auto">
          <a:xfrm>
            <a:off x="467544" y="476250"/>
            <a:ext cx="7886700"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pPr>
              <a:defRPr/>
            </a:pPr>
            <a:r>
              <a:rPr lang="zh-CN" altLang="zh-CN" b="0" dirty="0"/>
              <a:t>在</a:t>
            </a:r>
            <a:r>
              <a:rPr lang="en-US" altLang="zh-CN" b="0" dirty="0"/>
              <a:t>JavaScript runtime</a:t>
            </a:r>
            <a:r>
              <a:rPr lang="zh-CN" altLang="zh-CN" b="0" dirty="0"/>
              <a:t>中是使用一种简单的</a:t>
            </a:r>
            <a:r>
              <a:rPr lang="en-US" altLang="zh-CN" b="0" dirty="0"/>
              <a:t>mark-and-sweep</a:t>
            </a:r>
            <a:r>
              <a:rPr lang="zh-CN" altLang="zh-CN" b="0" dirty="0"/>
              <a:t>的垃圾处理机制来释放已经不被使用的内存空间</a:t>
            </a:r>
            <a:r>
              <a:rPr lang="zh-CN" altLang="en-US" b="0" dirty="0"/>
              <a:t>。</a:t>
            </a:r>
            <a:endParaRPr lang="en-US" altLang="zh-CN" b="0" dirty="0"/>
          </a:p>
          <a:p>
            <a:pPr>
              <a:defRPr/>
            </a:pPr>
            <a:r>
              <a:rPr lang="en-US" altLang="zh-CN" b="0" dirty="0"/>
              <a:t>mark-and-sweep</a:t>
            </a:r>
            <a:r>
              <a:rPr lang="zh-CN" altLang="zh-CN" b="0" dirty="0"/>
              <a:t>算法会标识出</a:t>
            </a:r>
            <a:r>
              <a:rPr lang="en-US" altLang="zh-CN" b="0" dirty="0"/>
              <a:t>JavaScript runtime</a:t>
            </a:r>
            <a:r>
              <a:rPr lang="zh-CN" altLang="zh-CN" b="0" dirty="0"/>
              <a:t>所有已经不被引用了的对象，并且析构这些对象。 </a:t>
            </a:r>
            <a:endParaRPr lang="en-US" altLang="zh-CN" b="0" dirty="0"/>
          </a:p>
          <a:p>
            <a:pPr>
              <a:defRPr/>
            </a:pPr>
            <a:r>
              <a:rPr lang="en-US" altLang="zh-CN" b="0" dirty="0"/>
              <a:t>V8</a:t>
            </a:r>
            <a:r>
              <a:rPr lang="zh-CN" altLang="en-US" b="0" dirty="0"/>
              <a:t>中的</a:t>
            </a:r>
            <a:r>
              <a:rPr lang="en-US" altLang="zh-CN" b="0" dirty="0" err="1"/>
              <a:t>gc</a:t>
            </a:r>
            <a:r>
              <a:rPr lang="zh-CN" altLang="en-US" b="0" dirty="0"/>
              <a:t>的两种管理机制，根据</a:t>
            </a:r>
            <a:r>
              <a:rPr lang="en-US" altLang="zh-CN" b="0" dirty="0"/>
              <a:t>object</a:t>
            </a:r>
            <a:r>
              <a:rPr lang="zh-CN" altLang="en-US" b="0" dirty="0"/>
              <a:t>的时间。</a:t>
            </a:r>
            <a:endParaRPr lang="en-US" altLang="zh-CN" b="0" dirty="0"/>
          </a:p>
          <a:p>
            <a:pPr marL="0" indent="0">
              <a:buNone/>
              <a:defRPr/>
            </a:pPr>
            <a:r>
              <a:rPr lang="en-US" altLang="zh-CN" dirty="0"/>
              <a:t>	</a:t>
            </a:r>
            <a:endParaRPr lang="zh-CN" altLang="en-US" dirty="0"/>
          </a:p>
        </p:txBody>
      </p:sp>
      <p:pic>
        <p:nvPicPr>
          <p:cNvPr id="2" name="图片 1">
            <a:extLst>
              <a:ext uri="{FF2B5EF4-FFF2-40B4-BE49-F238E27FC236}">
                <a16:creationId xmlns:a16="http://schemas.microsoft.com/office/drawing/2014/main" id="{3EFCCDD8-A8FE-E341-8AD2-918142F16CEF}"/>
              </a:ext>
            </a:extLst>
          </p:cNvPr>
          <p:cNvPicPr>
            <a:picLocks noChangeAspect="1"/>
          </p:cNvPicPr>
          <p:nvPr/>
        </p:nvPicPr>
        <p:blipFill rotWithShape="1">
          <a:blip r:embed="rId3"/>
          <a:srcRect t="9070" b="9317"/>
          <a:stretch/>
        </p:blipFill>
        <p:spPr>
          <a:xfrm>
            <a:off x="1175420" y="3933056"/>
            <a:ext cx="6711280" cy="2016646"/>
          </a:xfrm>
          <a:prstGeom prst="rect">
            <a:avLst/>
          </a:prstGeom>
        </p:spPr>
      </p:pic>
    </p:spTree>
    <p:extLst>
      <p:ext uri="{BB962C8B-B14F-4D97-AF65-F5344CB8AC3E}">
        <p14:creationId xmlns:p14="http://schemas.microsoft.com/office/powerpoint/2010/main" val="1684510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r>
              <a:rPr lang="en" altLang="zh-CN" dirty="0">
                <a:effectLst/>
              </a:rPr>
              <a:t>GC</a:t>
            </a:r>
            <a:r>
              <a:rPr lang="zh-CN" altLang="en" dirty="0">
                <a:effectLst/>
              </a:rPr>
              <a:t>机制</a:t>
            </a:r>
            <a:endParaRPr lang="en" altLang="zh-CN" dirty="0">
              <a:effectLst/>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16</a:t>
            </a:fld>
            <a:endParaRPr lang="zh-CN" altLang="en-US" dirty="0"/>
          </a:p>
        </p:txBody>
      </p:sp>
      <p:pic>
        <p:nvPicPr>
          <p:cNvPr id="3" name="图片 2">
            <a:extLst>
              <a:ext uri="{FF2B5EF4-FFF2-40B4-BE49-F238E27FC236}">
                <a16:creationId xmlns:a16="http://schemas.microsoft.com/office/drawing/2014/main" id="{6C2633A0-B7CA-B64C-BFFD-369475AF0E38}"/>
              </a:ext>
            </a:extLst>
          </p:cNvPr>
          <p:cNvPicPr>
            <a:picLocks noChangeAspect="1"/>
          </p:cNvPicPr>
          <p:nvPr/>
        </p:nvPicPr>
        <p:blipFill>
          <a:blip r:embed="rId3"/>
          <a:stretch>
            <a:fillRect/>
          </a:stretch>
        </p:blipFill>
        <p:spPr>
          <a:xfrm>
            <a:off x="740167" y="1050645"/>
            <a:ext cx="7259662" cy="2005165"/>
          </a:xfrm>
          <a:prstGeom prst="rect">
            <a:avLst/>
          </a:prstGeom>
        </p:spPr>
      </p:pic>
      <p:pic>
        <p:nvPicPr>
          <p:cNvPr id="5" name="图片 4">
            <a:extLst>
              <a:ext uri="{FF2B5EF4-FFF2-40B4-BE49-F238E27FC236}">
                <a16:creationId xmlns:a16="http://schemas.microsoft.com/office/drawing/2014/main" id="{67E14AD4-E1C6-F646-A232-CD81256C7DB1}"/>
              </a:ext>
            </a:extLst>
          </p:cNvPr>
          <p:cNvPicPr>
            <a:picLocks noChangeAspect="1"/>
          </p:cNvPicPr>
          <p:nvPr/>
        </p:nvPicPr>
        <p:blipFill rotWithShape="1">
          <a:blip r:embed="rId4"/>
          <a:srcRect b="14001"/>
          <a:stretch/>
        </p:blipFill>
        <p:spPr>
          <a:xfrm>
            <a:off x="889013" y="3779159"/>
            <a:ext cx="6997687" cy="2192243"/>
          </a:xfrm>
          <a:prstGeom prst="rect">
            <a:avLst/>
          </a:prstGeom>
        </p:spPr>
      </p:pic>
    </p:spTree>
    <p:extLst>
      <p:ext uri="{BB962C8B-B14F-4D97-AF65-F5344CB8AC3E}">
        <p14:creationId xmlns:p14="http://schemas.microsoft.com/office/powerpoint/2010/main" val="3958307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r>
              <a:rPr lang="en" altLang="zh-CN" dirty="0">
                <a:effectLst/>
              </a:rPr>
              <a:t>GC</a:t>
            </a:r>
            <a:r>
              <a:rPr lang="zh-CN" altLang="en" dirty="0">
                <a:effectLst/>
              </a:rPr>
              <a:t>机制</a:t>
            </a:r>
            <a:endParaRPr lang="en" altLang="zh-CN" dirty="0">
              <a:effectLst/>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17</a:t>
            </a:fld>
            <a:endParaRPr lang="zh-CN" altLang="en-US" dirty="0"/>
          </a:p>
        </p:txBody>
      </p:sp>
      <p:pic>
        <p:nvPicPr>
          <p:cNvPr id="2" name="图片 1">
            <a:extLst>
              <a:ext uri="{FF2B5EF4-FFF2-40B4-BE49-F238E27FC236}">
                <a16:creationId xmlns:a16="http://schemas.microsoft.com/office/drawing/2014/main" id="{E17D39A9-6760-3849-A704-4414D15E3DBB}"/>
              </a:ext>
            </a:extLst>
          </p:cNvPr>
          <p:cNvPicPr>
            <a:picLocks noChangeAspect="1"/>
          </p:cNvPicPr>
          <p:nvPr/>
        </p:nvPicPr>
        <p:blipFill>
          <a:blip r:embed="rId3"/>
          <a:stretch>
            <a:fillRect/>
          </a:stretch>
        </p:blipFill>
        <p:spPr>
          <a:xfrm>
            <a:off x="1646882" y="764704"/>
            <a:ext cx="5850235" cy="2100084"/>
          </a:xfrm>
          <a:prstGeom prst="rect">
            <a:avLst/>
          </a:prstGeom>
        </p:spPr>
      </p:pic>
      <p:pic>
        <p:nvPicPr>
          <p:cNvPr id="6" name="图片 5">
            <a:extLst>
              <a:ext uri="{FF2B5EF4-FFF2-40B4-BE49-F238E27FC236}">
                <a16:creationId xmlns:a16="http://schemas.microsoft.com/office/drawing/2014/main" id="{BDA14AEB-A867-1F49-A026-02FA296BB12C}"/>
              </a:ext>
            </a:extLst>
          </p:cNvPr>
          <p:cNvPicPr>
            <a:picLocks noChangeAspect="1"/>
          </p:cNvPicPr>
          <p:nvPr/>
        </p:nvPicPr>
        <p:blipFill>
          <a:blip r:embed="rId4"/>
          <a:stretch>
            <a:fillRect/>
          </a:stretch>
        </p:blipFill>
        <p:spPr>
          <a:xfrm>
            <a:off x="634999" y="3333427"/>
            <a:ext cx="7874000" cy="2819400"/>
          </a:xfrm>
          <a:prstGeom prst="rect">
            <a:avLst/>
          </a:prstGeom>
        </p:spPr>
      </p:pic>
    </p:spTree>
    <p:extLst>
      <p:ext uri="{BB962C8B-B14F-4D97-AF65-F5344CB8AC3E}">
        <p14:creationId xmlns:p14="http://schemas.microsoft.com/office/powerpoint/2010/main" val="3503879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Object</a:t>
            </a:r>
            <a:r>
              <a:rPr lang="zh-CN" altLang="en-US" dirty="0">
                <a:latin typeface="隶书" panose="02010509060101010101" pitchFamily="49" charset="-122"/>
                <a:ea typeface="隶书" panose="02010509060101010101" pitchFamily="49" charset="-122"/>
              </a:rPr>
              <a:t>特性</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18</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395536" y="332656"/>
            <a:ext cx="7886700" cy="608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 altLang="zh-CN" b="0" dirty="0"/>
              <a:t>Object</a:t>
            </a:r>
            <a:r>
              <a:rPr lang="zh-CN" altLang="en-US" b="0" dirty="0"/>
              <a:t>它由以下两种类型组成</a:t>
            </a:r>
          </a:p>
          <a:p>
            <a:pPr marL="0" indent="0">
              <a:buNone/>
            </a:pPr>
            <a:r>
              <a:rPr lang="en" altLang="zh-CN" b="0" dirty="0"/>
              <a:t>   </a:t>
            </a:r>
            <a:r>
              <a:rPr lang="en" altLang="zh-CN" b="0" dirty="0" err="1"/>
              <a:t>Smi</a:t>
            </a:r>
            <a:r>
              <a:rPr lang="en" altLang="zh-CN" b="0" dirty="0"/>
              <a:t>(Small Integer)</a:t>
            </a:r>
          </a:p>
          <a:p>
            <a:pPr lvl="1"/>
            <a:r>
              <a:rPr lang="zh-CN" altLang="en-US" b="0" dirty="0"/>
              <a:t>整数值</a:t>
            </a:r>
          </a:p>
          <a:p>
            <a:pPr lvl="2"/>
            <a:r>
              <a:rPr lang="zh-CN" altLang="en-US" dirty="0"/>
              <a:t>整数由带符号的</a:t>
            </a:r>
            <a:r>
              <a:rPr lang="en-US" altLang="zh-CN" dirty="0"/>
              <a:t>31</a:t>
            </a:r>
            <a:r>
              <a:rPr lang="zh-CN" altLang="en-US" dirty="0"/>
              <a:t>位范围表示（在</a:t>
            </a:r>
            <a:r>
              <a:rPr lang="en-US" altLang="zh-CN" dirty="0"/>
              <a:t>32</a:t>
            </a:r>
            <a:r>
              <a:rPr lang="zh-CN" altLang="en-US" dirty="0"/>
              <a:t>位环境的情况下）</a:t>
            </a:r>
          </a:p>
          <a:p>
            <a:pPr lvl="2"/>
            <a:r>
              <a:rPr lang="zh-CN" altLang="en-US" dirty="0"/>
              <a:t>整数由带符号的</a:t>
            </a:r>
            <a:r>
              <a:rPr lang="en-US" altLang="zh-CN" dirty="0"/>
              <a:t>32</a:t>
            </a:r>
            <a:r>
              <a:rPr lang="zh-CN" altLang="en-US" dirty="0"/>
              <a:t>位范围表示（在</a:t>
            </a:r>
            <a:r>
              <a:rPr lang="en-US" altLang="zh-CN" dirty="0"/>
              <a:t>64</a:t>
            </a:r>
            <a:r>
              <a:rPr lang="zh-CN" altLang="en-US" dirty="0"/>
              <a:t>位环境的情况下）</a:t>
            </a:r>
          </a:p>
          <a:p>
            <a:pPr marL="0" indent="0">
              <a:buNone/>
            </a:pPr>
            <a:r>
              <a:rPr lang="en" altLang="zh-CN" b="0" dirty="0"/>
              <a:t>  </a:t>
            </a:r>
            <a:r>
              <a:rPr lang="en" altLang="zh-CN" b="0" dirty="0" err="1"/>
              <a:t>HeapObject</a:t>
            </a:r>
            <a:endParaRPr lang="en" altLang="zh-CN" b="0" dirty="0"/>
          </a:p>
          <a:p>
            <a:pPr lvl="1"/>
            <a:r>
              <a:rPr lang="zh-CN" altLang="en-US" b="0" dirty="0"/>
              <a:t>除整数值之外的其他类</a:t>
            </a:r>
          </a:p>
          <a:p>
            <a:pPr lvl="2"/>
            <a:r>
              <a:rPr lang="zh-CN" altLang="en-US" dirty="0"/>
              <a:t>也适用于不能在</a:t>
            </a:r>
            <a:r>
              <a:rPr lang="en" altLang="zh-CN" dirty="0" err="1"/>
              <a:t>Smi</a:t>
            </a:r>
            <a:r>
              <a:rPr lang="zh-CN" altLang="en-US" dirty="0"/>
              <a:t>范围内表达的整数</a:t>
            </a:r>
          </a:p>
          <a:p>
            <a:pPr lvl="2"/>
            <a:r>
              <a:rPr lang="zh-CN" altLang="en-US" dirty="0"/>
              <a:t>始终有一个指向</a:t>
            </a:r>
            <a:r>
              <a:rPr lang="en" altLang="zh-CN" dirty="0"/>
              <a:t>Map</a:t>
            </a:r>
            <a:r>
              <a:rPr lang="zh-CN" altLang="en-US" dirty="0"/>
              <a:t>的指针</a:t>
            </a:r>
          </a:p>
          <a:p>
            <a:pPr marL="0" indent="0">
              <a:buNone/>
              <a:defRPr/>
            </a:pPr>
            <a:r>
              <a:rPr lang="en-US" altLang="zh-CN" dirty="0"/>
              <a:t>	</a:t>
            </a:r>
            <a:endParaRPr lang="zh-CN" altLang="en-US" dirty="0"/>
          </a:p>
        </p:txBody>
      </p:sp>
    </p:spTree>
    <p:extLst>
      <p:ext uri="{BB962C8B-B14F-4D97-AF65-F5344CB8AC3E}">
        <p14:creationId xmlns:p14="http://schemas.microsoft.com/office/powerpoint/2010/main" val="1508848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solidFill>
                  <a:srgbClr val="622820"/>
                </a:solidFill>
                <a:latin typeface="隶书" panose="02010509060101010101" pitchFamily="49" charset="-122"/>
                <a:ea typeface="隶书" panose="02010509060101010101" pitchFamily="49" charset="-122"/>
              </a:rPr>
              <a:t>Tagged value</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19</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395536" y="292100"/>
            <a:ext cx="7886700"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 altLang="zh-CN" b="0" dirty="0"/>
              <a:t>LSB</a:t>
            </a:r>
            <a:r>
              <a:rPr lang="zh-CN" altLang="en" b="0" dirty="0"/>
              <a:t>是一个</a:t>
            </a:r>
            <a:r>
              <a:rPr lang="zh-CN" altLang="en-US" b="0" dirty="0"/>
              <a:t>标志</a:t>
            </a:r>
            <a:endParaRPr lang="en-US" altLang="zh-CN" b="0" dirty="0"/>
          </a:p>
          <a:p>
            <a:pPr marL="0" lvl="1" indent="0">
              <a:spcBef>
                <a:spcPts val="1000"/>
              </a:spcBef>
              <a:buNone/>
            </a:pPr>
            <a:r>
              <a:rPr lang="zh-CN" altLang="en-US" sz="2400" b="0" dirty="0"/>
              <a:t>     </a:t>
            </a:r>
            <a:r>
              <a:rPr lang="en-US" altLang="zh-CN" sz="2400" b="0" dirty="0"/>
              <a:t>LSB</a:t>
            </a:r>
            <a:r>
              <a:rPr lang="zh-CN" altLang="en-US" sz="2400" b="0" dirty="0"/>
              <a:t>为</a:t>
            </a:r>
            <a:r>
              <a:rPr lang="en-US" altLang="zh-CN" sz="2400" b="0" dirty="0"/>
              <a:t>0</a:t>
            </a:r>
            <a:r>
              <a:rPr lang="zh-CN" altLang="en-US" sz="2400" b="0" dirty="0"/>
              <a:t>时，表示</a:t>
            </a:r>
            <a:r>
              <a:rPr lang="en-US" altLang="zh-CN" sz="2400" b="0" dirty="0" err="1"/>
              <a:t>smi</a:t>
            </a:r>
            <a:r>
              <a:rPr lang="zh-CN" altLang="en-US" sz="2400" b="0" dirty="0"/>
              <a:t>，右移</a:t>
            </a:r>
            <a:r>
              <a:rPr lang="en-US" altLang="zh-CN" sz="2400" b="0" dirty="0"/>
              <a:t>1/32</a:t>
            </a:r>
            <a:r>
              <a:rPr lang="zh-CN" altLang="en-US" sz="2400" b="0" dirty="0"/>
              <a:t>位获得原始值</a:t>
            </a:r>
            <a:endParaRPr lang="en-US" altLang="zh-CN" sz="2400" b="0" dirty="0"/>
          </a:p>
          <a:p>
            <a:pPr marL="457200" lvl="1" indent="0">
              <a:buNone/>
            </a:pPr>
            <a:endParaRPr lang="en-US" altLang="zh-CN" b="0" dirty="0"/>
          </a:p>
          <a:p>
            <a:pPr marL="457200" lvl="1" indent="0">
              <a:buNone/>
            </a:pPr>
            <a:endParaRPr lang="en-US" altLang="zh-CN" b="0" dirty="0"/>
          </a:p>
          <a:p>
            <a:pPr marL="457200" lvl="1" indent="0">
              <a:buNone/>
            </a:pPr>
            <a:endParaRPr lang="en-US" altLang="zh-CN" b="0" dirty="0"/>
          </a:p>
          <a:p>
            <a:pPr marL="457200" lvl="1" indent="0">
              <a:buNone/>
            </a:pPr>
            <a:endParaRPr lang="en-US" altLang="zh-CN" b="0" dirty="0"/>
          </a:p>
          <a:p>
            <a:pPr marL="457200" lvl="1" indent="0">
              <a:buNone/>
            </a:pPr>
            <a:endParaRPr lang="en-US" altLang="zh-CN" b="0" dirty="0"/>
          </a:p>
          <a:p>
            <a:pPr marL="0" indent="0">
              <a:buNone/>
            </a:pPr>
            <a:endParaRPr lang="en-US" altLang="zh-CN" b="0" dirty="0"/>
          </a:p>
          <a:p>
            <a:pPr marL="0" indent="0">
              <a:buNone/>
            </a:pPr>
            <a:r>
              <a:rPr lang="zh-CN" altLang="en-US" b="0" dirty="0"/>
              <a:t>     </a:t>
            </a:r>
            <a:r>
              <a:rPr lang="en-US" altLang="zh-CN" b="0" dirty="0"/>
              <a:t>LSB</a:t>
            </a:r>
            <a:r>
              <a:rPr lang="zh-CN" altLang="en-US" b="0" dirty="0"/>
              <a:t>为</a:t>
            </a:r>
            <a:r>
              <a:rPr lang="en-US" altLang="zh-CN" b="0" dirty="0"/>
              <a:t>1</a:t>
            </a:r>
            <a:r>
              <a:rPr lang="zh-CN" altLang="en-US" b="0" dirty="0"/>
              <a:t>时，表示</a:t>
            </a:r>
            <a:r>
              <a:rPr lang="en-US" altLang="zh-CN" b="0" dirty="0" err="1"/>
              <a:t>heapobject</a:t>
            </a:r>
            <a:r>
              <a:rPr lang="en-US" altLang="zh-CN" dirty="0"/>
              <a:t>	</a:t>
            </a:r>
            <a:endParaRPr lang="zh-CN" altLang="en-US" dirty="0"/>
          </a:p>
        </p:txBody>
      </p:sp>
      <p:pic>
        <p:nvPicPr>
          <p:cNvPr id="2" name="图片 1">
            <a:extLst>
              <a:ext uri="{FF2B5EF4-FFF2-40B4-BE49-F238E27FC236}">
                <a16:creationId xmlns:a16="http://schemas.microsoft.com/office/drawing/2014/main" id="{1B557DD5-D098-6146-9B5A-D8BB3F7C4FE8}"/>
              </a:ext>
            </a:extLst>
          </p:cNvPr>
          <p:cNvPicPr>
            <a:picLocks noChangeAspect="1"/>
          </p:cNvPicPr>
          <p:nvPr/>
        </p:nvPicPr>
        <p:blipFill>
          <a:blip r:embed="rId2"/>
          <a:stretch>
            <a:fillRect/>
          </a:stretch>
        </p:blipFill>
        <p:spPr>
          <a:xfrm>
            <a:off x="827584" y="2209056"/>
            <a:ext cx="4051300" cy="800100"/>
          </a:xfrm>
          <a:prstGeom prst="rect">
            <a:avLst/>
          </a:prstGeom>
        </p:spPr>
      </p:pic>
      <p:pic>
        <p:nvPicPr>
          <p:cNvPr id="3" name="图片 2">
            <a:extLst>
              <a:ext uri="{FF2B5EF4-FFF2-40B4-BE49-F238E27FC236}">
                <a16:creationId xmlns:a16="http://schemas.microsoft.com/office/drawing/2014/main" id="{C9B1CE69-D241-B449-858B-88821D5DF53E}"/>
              </a:ext>
            </a:extLst>
          </p:cNvPr>
          <p:cNvPicPr>
            <a:picLocks noChangeAspect="1"/>
          </p:cNvPicPr>
          <p:nvPr/>
        </p:nvPicPr>
        <p:blipFill>
          <a:blip r:embed="rId3"/>
          <a:stretch>
            <a:fillRect/>
          </a:stretch>
        </p:blipFill>
        <p:spPr>
          <a:xfrm>
            <a:off x="821234" y="3310731"/>
            <a:ext cx="8115300" cy="812800"/>
          </a:xfrm>
          <a:prstGeom prst="rect">
            <a:avLst/>
          </a:prstGeom>
        </p:spPr>
      </p:pic>
      <p:pic>
        <p:nvPicPr>
          <p:cNvPr id="5" name="图片 4">
            <a:extLst>
              <a:ext uri="{FF2B5EF4-FFF2-40B4-BE49-F238E27FC236}">
                <a16:creationId xmlns:a16="http://schemas.microsoft.com/office/drawing/2014/main" id="{5C00C7A6-1854-9546-8818-2C45FB6FE1D8}"/>
              </a:ext>
            </a:extLst>
          </p:cNvPr>
          <p:cNvPicPr>
            <a:picLocks noChangeAspect="1"/>
          </p:cNvPicPr>
          <p:nvPr/>
        </p:nvPicPr>
        <p:blipFill>
          <a:blip r:embed="rId4"/>
          <a:stretch>
            <a:fillRect/>
          </a:stretch>
        </p:blipFill>
        <p:spPr>
          <a:xfrm>
            <a:off x="935534" y="4855815"/>
            <a:ext cx="7886700" cy="673100"/>
          </a:xfrm>
          <a:prstGeom prst="rect">
            <a:avLst/>
          </a:prstGeom>
        </p:spPr>
      </p:pic>
      <p:pic>
        <p:nvPicPr>
          <p:cNvPr id="6" name="图片 5">
            <a:extLst>
              <a:ext uri="{FF2B5EF4-FFF2-40B4-BE49-F238E27FC236}">
                <a16:creationId xmlns:a16="http://schemas.microsoft.com/office/drawing/2014/main" id="{C35E5BA4-8D00-654D-9178-0C66E803CD19}"/>
              </a:ext>
            </a:extLst>
          </p:cNvPr>
          <p:cNvPicPr>
            <a:picLocks noChangeAspect="1"/>
          </p:cNvPicPr>
          <p:nvPr/>
        </p:nvPicPr>
        <p:blipFill>
          <a:blip r:embed="rId5"/>
          <a:stretch>
            <a:fillRect/>
          </a:stretch>
        </p:blipFill>
        <p:spPr>
          <a:xfrm>
            <a:off x="953955" y="5735497"/>
            <a:ext cx="7868279" cy="635000"/>
          </a:xfrm>
          <a:prstGeom prst="rect">
            <a:avLst/>
          </a:prstGeom>
        </p:spPr>
      </p:pic>
    </p:spTree>
    <p:extLst>
      <p:ext uri="{BB962C8B-B14F-4D97-AF65-F5344CB8AC3E}">
        <p14:creationId xmlns:p14="http://schemas.microsoft.com/office/powerpoint/2010/main" val="795509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20</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395536" y="292100"/>
            <a:ext cx="7886700"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US" altLang="zh-CN" b="0" dirty="0"/>
              <a:t>String</a:t>
            </a:r>
            <a:r>
              <a:rPr lang="zh-CN" altLang="en-US" b="0" dirty="0"/>
              <a:t>是</a:t>
            </a:r>
            <a:r>
              <a:rPr lang="zh-CN" altLang="en" b="0" dirty="0"/>
              <a:t>保存</a:t>
            </a:r>
            <a:r>
              <a:rPr lang="zh-CN" altLang="en-US" b="0" dirty="0"/>
              <a:t>字符串的对象，继承</a:t>
            </a:r>
            <a:r>
              <a:rPr lang="en-US" altLang="zh-CN" b="0" dirty="0" err="1"/>
              <a:t>heapobjec</a:t>
            </a:r>
            <a:endParaRPr lang="en-US" altLang="zh-CN" b="0" dirty="0"/>
          </a:p>
          <a:p>
            <a:r>
              <a:rPr lang="zh-CN" altLang="en-US" b="0" dirty="0"/>
              <a:t>内存结构如下：</a:t>
            </a:r>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r>
              <a:rPr lang="en-US" altLang="zh-CN" b="0" dirty="0"/>
              <a:t>Oddball</a:t>
            </a:r>
            <a:r>
              <a:rPr lang="zh-CN" altLang="en-US" b="0" dirty="0"/>
              <a:t>是表示特殊值的对象，继承</a:t>
            </a:r>
            <a:r>
              <a:rPr lang="en-US" altLang="zh-CN" b="0" dirty="0" err="1"/>
              <a:t>heapobject</a:t>
            </a:r>
            <a:endParaRPr lang="zh-CN" altLang="en-US" b="0" dirty="0"/>
          </a:p>
        </p:txBody>
      </p:sp>
      <p:pic>
        <p:nvPicPr>
          <p:cNvPr id="8" name="图片 7">
            <a:extLst>
              <a:ext uri="{FF2B5EF4-FFF2-40B4-BE49-F238E27FC236}">
                <a16:creationId xmlns:a16="http://schemas.microsoft.com/office/drawing/2014/main" id="{30392229-317D-4247-AFCF-C3AE21215CDC}"/>
              </a:ext>
            </a:extLst>
          </p:cNvPr>
          <p:cNvPicPr>
            <a:picLocks noChangeAspect="1"/>
          </p:cNvPicPr>
          <p:nvPr/>
        </p:nvPicPr>
        <p:blipFill>
          <a:blip r:embed="rId2"/>
          <a:stretch>
            <a:fillRect/>
          </a:stretch>
        </p:blipFill>
        <p:spPr>
          <a:xfrm>
            <a:off x="496375" y="2132856"/>
            <a:ext cx="8216900" cy="1816100"/>
          </a:xfrm>
          <a:prstGeom prst="rect">
            <a:avLst/>
          </a:prstGeom>
        </p:spPr>
      </p:pic>
    </p:spTree>
    <p:extLst>
      <p:ext uri="{BB962C8B-B14F-4D97-AF65-F5344CB8AC3E}">
        <p14:creationId xmlns:p14="http://schemas.microsoft.com/office/powerpoint/2010/main" val="2471206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21</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US" altLang="zh-CN" b="0" dirty="0" err="1"/>
              <a:t>Jsobject</a:t>
            </a:r>
            <a:r>
              <a:rPr lang="zh-CN" altLang="en-US" b="0" dirty="0"/>
              <a:t>是用于表示</a:t>
            </a:r>
            <a:r>
              <a:rPr lang="en-US" altLang="zh-CN" b="0" dirty="0" err="1"/>
              <a:t>js</a:t>
            </a:r>
            <a:r>
              <a:rPr lang="zh-CN" altLang="en-US" b="0" dirty="0"/>
              <a:t>对象的对象，继承于</a:t>
            </a:r>
            <a:r>
              <a:rPr lang="en-US" altLang="zh-CN" b="0" dirty="0" err="1"/>
              <a:t>heapobject</a:t>
            </a:r>
            <a:r>
              <a:rPr lang="zh-CN" altLang="en-US" b="0" dirty="0"/>
              <a:t>、</a:t>
            </a:r>
            <a:r>
              <a:rPr lang="en-US" altLang="zh-CN" b="0" dirty="0" err="1"/>
              <a:t>jsreceiver</a:t>
            </a:r>
            <a:endParaRPr lang="en-US" altLang="zh-CN" b="0" dirty="0"/>
          </a:p>
          <a:p>
            <a:r>
              <a:rPr lang="zh-CN" altLang="en-US" b="0" dirty="0"/>
              <a:t>结构如下：</a:t>
            </a:r>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r>
              <a:rPr lang="zh-CN" altLang="en-US" b="0" dirty="0"/>
              <a:t>属性与元素。</a:t>
            </a:r>
            <a:endParaRPr lang="en-US" altLang="zh-CN" b="0" dirty="0"/>
          </a:p>
          <a:p>
            <a:endParaRPr lang="en-US" altLang="zh-CN" b="0" dirty="0"/>
          </a:p>
          <a:p>
            <a:endParaRPr lang="en-US" altLang="zh-CN" b="0" dirty="0"/>
          </a:p>
          <a:p>
            <a:endParaRPr lang="en-US" altLang="zh-CN" b="0" dirty="0"/>
          </a:p>
          <a:p>
            <a:endParaRPr lang="en-US" altLang="zh-CN" b="0" dirty="0"/>
          </a:p>
        </p:txBody>
      </p:sp>
      <p:pic>
        <p:nvPicPr>
          <p:cNvPr id="2" name="图片 1">
            <a:extLst>
              <a:ext uri="{FF2B5EF4-FFF2-40B4-BE49-F238E27FC236}">
                <a16:creationId xmlns:a16="http://schemas.microsoft.com/office/drawing/2014/main" id="{C950FE7D-1E35-A94E-8F2E-94F2D8B05944}"/>
              </a:ext>
            </a:extLst>
          </p:cNvPr>
          <p:cNvPicPr>
            <a:picLocks noChangeAspect="1"/>
          </p:cNvPicPr>
          <p:nvPr/>
        </p:nvPicPr>
        <p:blipFill>
          <a:blip r:embed="rId2"/>
          <a:stretch>
            <a:fillRect/>
          </a:stretch>
        </p:blipFill>
        <p:spPr>
          <a:xfrm>
            <a:off x="355600" y="2131889"/>
            <a:ext cx="8788400" cy="2552700"/>
          </a:xfrm>
          <a:prstGeom prst="rect">
            <a:avLst/>
          </a:prstGeom>
        </p:spPr>
      </p:pic>
    </p:spTree>
    <p:extLst>
      <p:ext uri="{BB962C8B-B14F-4D97-AF65-F5344CB8AC3E}">
        <p14:creationId xmlns:p14="http://schemas.microsoft.com/office/powerpoint/2010/main" val="1479870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4"/>
          <p:cNvSpPr>
            <a:spLocks noGrp="1"/>
          </p:cNvSpPr>
          <p:nvPr>
            <p:ph type="title" idx="4294967295"/>
          </p:nvPr>
        </p:nvSpPr>
        <p:spPr>
          <a:xfrm>
            <a:off x="0" y="0"/>
            <a:ext cx="6480175" cy="584200"/>
          </a:xfrm>
        </p:spPr>
        <p:txBody>
          <a:bodyPr/>
          <a:lstStyle/>
          <a:p>
            <a:pPr>
              <a:defRPr/>
            </a:pPr>
            <a:r>
              <a:rPr lang="en-US" altLang="zh-CN" dirty="0">
                <a:latin typeface="隶书" panose="02010509060101010101" pitchFamily="49" charset="-122"/>
                <a:ea typeface="隶书" panose="02010509060101010101" pitchFamily="49" charset="-122"/>
              </a:rPr>
              <a:t>object</a:t>
            </a:r>
            <a:r>
              <a:rPr lang="zh-CN" altLang="en-US" dirty="0">
                <a:solidFill>
                  <a:srgbClr val="622820"/>
                </a:solidFill>
                <a:latin typeface="隶书" panose="02010509060101010101" pitchFamily="49" charset="-122"/>
                <a:ea typeface="隶书" panose="02010509060101010101" pitchFamily="49" charset="-122"/>
              </a:rPr>
              <a:t>内存布局</a:t>
            </a:r>
            <a:endParaRPr lang="zh-CN" dirty="0">
              <a:solidFill>
                <a:srgbClr val="622820"/>
              </a:solidFill>
              <a:latin typeface="隶书" panose="02010509060101010101" pitchFamily="49" charset="-122"/>
              <a:ea typeface="隶书" panose="02010509060101010101" pitchFamily="49" charset="-122"/>
            </a:endParaRPr>
          </a:p>
        </p:txBody>
      </p:sp>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altLang="zh-CN"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22</a:t>
            </a:fld>
            <a:endParaRPr lang="zh-CN" altLang="en-US" dirty="0"/>
          </a:p>
        </p:txBody>
      </p:sp>
      <p:pic>
        <p:nvPicPr>
          <p:cNvPr id="3" name="图片 2">
            <a:extLst>
              <a:ext uri="{FF2B5EF4-FFF2-40B4-BE49-F238E27FC236}">
                <a16:creationId xmlns:a16="http://schemas.microsoft.com/office/drawing/2014/main" id="{C2551D71-9A02-C14B-BA72-3A74CB88E6E1}"/>
              </a:ext>
            </a:extLst>
          </p:cNvPr>
          <p:cNvPicPr>
            <a:picLocks noChangeAspect="1"/>
          </p:cNvPicPr>
          <p:nvPr/>
        </p:nvPicPr>
        <p:blipFill>
          <a:blip r:embed="rId2"/>
          <a:stretch>
            <a:fillRect/>
          </a:stretch>
        </p:blipFill>
        <p:spPr>
          <a:xfrm>
            <a:off x="0" y="2939577"/>
            <a:ext cx="9144000" cy="3244287"/>
          </a:xfrm>
          <a:prstGeom prst="rect">
            <a:avLst/>
          </a:prstGeom>
        </p:spPr>
      </p:pic>
      <p:sp>
        <p:nvSpPr>
          <p:cNvPr id="8" name="内容占位符 2">
            <a:extLst>
              <a:ext uri="{FF2B5EF4-FFF2-40B4-BE49-F238E27FC236}">
                <a16:creationId xmlns:a16="http://schemas.microsoft.com/office/drawing/2014/main" id="{4F4991EE-C43B-B648-986B-04077A032204}"/>
              </a:ext>
            </a:extLst>
          </p:cNvPr>
          <p:cNvSpPr>
            <a:spLocks noGrp="1"/>
          </p:cNvSpPr>
          <p:nvPr>
            <p:ph idx="13"/>
          </p:nvPr>
        </p:nvSpPr>
        <p:spPr>
          <a:xfrm>
            <a:off x="323528" y="1281679"/>
            <a:ext cx="7886700" cy="4870903"/>
          </a:xfrm>
        </p:spPr>
        <p:txBody>
          <a:bodyPr/>
          <a:lstStyle/>
          <a:p>
            <a:r>
              <a:rPr lang="zh-CN" altLang="en-US" b="0" dirty="0"/>
              <a:t>属性和元素存储在不同的数据结构中。元素通常实现为纯数组，索引可用于快速访问元素。但是对于属性而言并非如此。相反，属性名称与属性索引之间存在映射。</a:t>
            </a:r>
          </a:p>
        </p:txBody>
      </p:sp>
    </p:spTree>
    <p:extLst>
      <p:ext uri="{BB962C8B-B14F-4D97-AF65-F5344CB8AC3E}">
        <p14:creationId xmlns:p14="http://schemas.microsoft.com/office/powerpoint/2010/main" val="3418147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23</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US" altLang="zh-CN" b="0" dirty="0" err="1"/>
              <a:t>Jsfunction</a:t>
            </a:r>
            <a:r>
              <a:rPr lang="zh-CN" altLang="en-US" b="0" dirty="0"/>
              <a:t>是用于表示</a:t>
            </a:r>
            <a:r>
              <a:rPr lang="en-US" altLang="zh-CN" b="0" dirty="0" err="1"/>
              <a:t>js</a:t>
            </a:r>
            <a:r>
              <a:rPr lang="zh-CN" altLang="en-US" b="0" dirty="0"/>
              <a:t> </a:t>
            </a:r>
            <a:r>
              <a:rPr lang="en-US" altLang="zh-CN" b="0" dirty="0"/>
              <a:t>function</a:t>
            </a:r>
            <a:r>
              <a:rPr lang="zh-CN" altLang="en-US" b="0" dirty="0"/>
              <a:t>的对象</a:t>
            </a:r>
            <a:endParaRPr lang="en-US" altLang="zh-CN" b="0" dirty="0"/>
          </a:p>
          <a:p>
            <a:r>
              <a:rPr lang="zh-CN" altLang="en-US" b="0" dirty="0"/>
              <a:t>继承于</a:t>
            </a:r>
            <a:r>
              <a:rPr lang="en-US" altLang="zh-CN" b="0" dirty="0" err="1"/>
              <a:t>heapobject</a:t>
            </a:r>
            <a:r>
              <a:rPr lang="zh-CN" altLang="en-US" b="0" dirty="0"/>
              <a:t>、</a:t>
            </a:r>
            <a:r>
              <a:rPr lang="en-US" altLang="zh-CN" b="0" dirty="0" err="1"/>
              <a:t>jsreceiver</a:t>
            </a:r>
            <a:r>
              <a:rPr lang="zh-CN" altLang="en-US" b="0" dirty="0"/>
              <a:t>、</a:t>
            </a:r>
            <a:r>
              <a:rPr lang="en-US" altLang="zh-CN" b="0" dirty="0" err="1"/>
              <a:t>jsobject</a:t>
            </a:r>
            <a:endParaRPr lang="en-US" altLang="zh-CN" b="0" dirty="0"/>
          </a:p>
          <a:p>
            <a:r>
              <a:rPr lang="zh-CN" altLang="en-US" b="0" dirty="0"/>
              <a:t>结构如下：</a:t>
            </a:r>
            <a:endParaRPr lang="en-US" altLang="zh-CN" b="0" dirty="0"/>
          </a:p>
          <a:p>
            <a:endParaRPr lang="en-US" altLang="zh-CN" b="0" dirty="0"/>
          </a:p>
          <a:p>
            <a:endParaRPr lang="en-US" altLang="zh-CN" b="0" dirty="0"/>
          </a:p>
          <a:p>
            <a:endParaRPr lang="en-US" altLang="zh-CN" b="0" dirty="0"/>
          </a:p>
          <a:p>
            <a:endParaRPr lang="en-US" altLang="zh-CN" b="0" dirty="0"/>
          </a:p>
          <a:p>
            <a:pPr marL="0" indent="0">
              <a:buNone/>
            </a:pPr>
            <a:endParaRPr lang="en-US" altLang="zh-CN" b="0" dirty="0"/>
          </a:p>
          <a:p>
            <a:r>
              <a:rPr lang="en" altLang="zh-CN" b="0" dirty="0" err="1"/>
              <a:t>kCodeEntryOffset</a:t>
            </a:r>
            <a:r>
              <a:rPr lang="zh-CN" altLang="en-US" b="0" dirty="0"/>
              <a:t>是指向</a:t>
            </a:r>
            <a:r>
              <a:rPr lang="en" altLang="zh-CN" b="0" dirty="0"/>
              <a:t>JIT</a:t>
            </a:r>
            <a:r>
              <a:rPr lang="zh-CN" altLang="en-US" b="0" dirty="0"/>
              <a:t>代码的指针</a:t>
            </a:r>
            <a:endParaRPr lang="en-US" altLang="zh-CN" b="0" dirty="0"/>
          </a:p>
          <a:p>
            <a:endParaRPr lang="en-US" altLang="zh-CN" b="0" dirty="0"/>
          </a:p>
          <a:p>
            <a:endParaRPr lang="en-US" altLang="zh-CN" b="0" dirty="0"/>
          </a:p>
          <a:p>
            <a:endParaRPr lang="en-US" altLang="zh-CN" b="0" dirty="0"/>
          </a:p>
        </p:txBody>
      </p:sp>
      <p:pic>
        <p:nvPicPr>
          <p:cNvPr id="3" name="图片 2">
            <a:extLst>
              <a:ext uri="{FF2B5EF4-FFF2-40B4-BE49-F238E27FC236}">
                <a16:creationId xmlns:a16="http://schemas.microsoft.com/office/drawing/2014/main" id="{F744AFAD-AE56-E547-B987-E136BC475EAD}"/>
              </a:ext>
            </a:extLst>
          </p:cNvPr>
          <p:cNvPicPr>
            <a:picLocks noChangeAspect="1"/>
          </p:cNvPicPr>
          <p:nvPr/>
        </p:nvPicPr>
        <p:blipFill>
          <a:blip r:embed="rId2"/>
          <a:stretch>
            <a:fillRect/>
          </a:stretch>
        </p:blipFill>
        <p:spPr>
          <a:xfrm>
            <a:off x="600483" y="2624931"/>
            <a:ext cx="8343900" cy="2184400"/>
          </a:xfrm>
          <a:prstGeom prst="rect">
            <a:avLst/>
          </a:prstGeom>
        </p:spPr>
      </p:pic>
    </p:spTree>
    <p:extLst>
      <p:ext uri="{BB962C8B-B14F-4D97-AF65-F5344CB8AC3E}">
        <p14:creationId xmlns:p14="http://schemas.microsoft.com/office/powerpoint/2010/main" val="4093544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24</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US" altLang="zh-CN" b="0" dirty="0" err="1"/>
              <a:t>JsArrayBuffer</a:t>
            </a:r>
            <a:r>
              <a:rPr lang="zh-CN" altLang="en-US" b="0" dirty="0"/>
              <a:t>对象。</a:t>
            </a:r>
            <a:endParaRPr lang="en-US" altLang="zh-CN" b="0" dirty="0"/>
          </a:p>
          <a:p>
            <a:r>
              <a:rPr lang="zh-CN" altLang="en-US" b="0" dirty="0"/>
              <a:t>可以直接从</a:t>
            </a:r>
            <a:r>
              <a:rPr lang="en-US" altLang="zh-CN" b="0" dirty="0" err="1"/>
              <a:t>js</a:t>
            </a:r>
            <a:r>
              <a:rPr lang="zh-CN" altLang="en-US" b="0" dirty="0"/>
              <a:t>访问内存的特殊数组。</a:t>
            </a:r>
            <a:endParaRPr lang="en-US" altLang="zh-CN" b="0" dirty="0"/>
          </a:p>
          <a:p>
            <a:r>
              <a:rPr lang="zh-CN" altLang="en-US" b="0" dirty="0"/>
              <a:t>仅准备一个缓冲区，可以在不同的</a:t>
            </a:r>
            <a:r>
              <a:rPr lang="en-US" altLang="zh-CN" b="0" dirty="0" err="1"/>
              <a:t>typearray</a:t>
            </a:r>
            <a:r>
              <a:rPr lang="zh-CN" altLang="en-US" b="0" dirty="0"/>
              <a:t>中转换。</a:t>
            </a:r>
            <a:endParaRPr lang="en-US" altLang="zh-CN" b="0" dirty="0"/>
          </a:p>
          <a:p>
            <a:endParaRPr lang="en-US" altLang="zh-CN" b="0" dirty="0"/>
          </a:p>
          <a:p>
            <a:endParaRPr lang="en-US" altLang="zh-CN" b="0" dirty="0"/>
          </a:p>
          <a:p>
            <a:endParaRPr lang="en-US" altLang="zh-CN" b="0" dirty="0"/>
          </a:p>
        </p:txBody>
      </p:sp>
      <p:pic>
        <p:nvPicPr>
          <p:cNvPr id="5" name="图片 4">
            <a:extLst>
              <a:ext uri="{FF2B5EF4-FFF2-40B4-BE49-F238E27FC236}">
                <a16:creationId xmlns:a16="http://schemas.microsoft.com/office/drawing/2014/main" id="{8614FC8B-25A2-1B47-BDC3-912CE0AFD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9" y="3211046"/>
            <a:ext cx="9144000" cy="3300357"/>
          </a:xfrm>
          <a:prstGeom prst="rect">
            <a:avLst/>
          </a:prstGeom>
        </p:spPr>
      </p:pic>
    </p:spTree>
    <p:extLst>
      <p:ext uri="{BB962C8B-B14F-4D97-AF65-F5344CB8AC3E}">
        <p14:creationId xmlns:p14="http://schemas.microsoft.com/office/powerpoint/2010/main" val="3813364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25</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zh-CN" altLang="en-US" b="0" dirty="0"/>
              <a:t>①预先准备</a:t>
            </a:r>
            <a:r>
              <a:rPr lang="en" altLang="zh-CN" b="0" dirty="0"/>
              <a:t>ArrayBuffer</a:t>
            </a:r>
            <a:br>
              <a:rPr lang="en" altLang="zh-CN" b="0" dirty="0"/>
            </a:br>
            <a:r>
              <a:rPr lang="en" altLang="zh-CN" b="0" dirty="0"/>
              <a:t>var ab = new ArrayBuffer(0x100);</a:t>
            </a:r>
          </a:p>
          <a:p>
            <a:r>
              <a:rPr lang="en" altLang="zh-CN" b="0" dirty="0"/>
              <a:t>②</a:t>
            </a:r>
            <a:r>
              <a:rPr lang="zh-CN" altLang="en-US" b="0" dirty="0"/>
              <a:t>向</a:t>
            </a:r>
            <a:r>
              <a:rPr lang="en" altLang="zh-CN" b="0" dirty="0"/>
              <a:t>ArrayBuffer</a:t>
            </a:r>
            <a:r>
              <a:rPr lang="zh-CN" altLang="en-US" b="0" dirty="0"/>
              <a:t>中写入一个</a:t>
            </a:r>
            <a:r>
              <a:rPr lang="en" altLang="zh-CN" b="0" dirty="0"/>
              <a:t>Float64</a:t>
            </a:r>
            <a:r>
              <a:rPr lang="zh-CN" altLang="en-US" b="0" dirty="0"/>
              <a:t>的值</a:t>
            </a:r>
            <a:br>
              <a:rPr lang="zh-CN" altLang="en-US" b="0" dirty="0"/>
            </a:br>
            <a:r>
              <a:rPr lang="en" altLang="zh-CN" b="0" dirty="0"/>
              <a:t>var t64 = new Float64Array(ab);</a:t>
            </a:r>
            <a:br>
              <a:rPr lang="en" altLang="zh-CN" b="0" dirty="0"/>
            </a:br>
            <a:r>
              <a:rPr lang="en" altLang="zh-CN" b="0" dirty="0"/>
              <a:t>t64[0] = 6.953328187651540e-310;//</a:t>
            </a:r>
            <a:r>
              <a:rPr lang="zh-CN" altLang="en-US" b="0" dirty="0"/>
              <a:t>字节序列是</a:t>
            </a:r>
            <a:r>
              <a:rPr lang="en-US" altLang="zh-CN" b="0" dirty="0"/>
              <a:t>0</a:t>
            </a:r>
            <a:r>
              <a:rPr lang="en" altLang="zh-CN" b="0" dirty="0"/>
              <a:t>x00007fffdeadbeef</a:t>
            </a:r>
          </a:p>
          <a:p>
            <a:r>
              <a:rPr lang="zh-CN" altLang="en-US" b="0" dirty="0"/>
              <a:t>③从</a:t>
            </a:r>
            <a:r>
              <a:rPr lang="en" altLang="zh-CN" b="0" dirty="0"/>
              <a:t>ArrayBuffer</a:t>
            </a:r>
            <a:r>
              <a:rPr lang="zh-CN" altLang="en-US" b="0" dirty="0"/>
              <a:t>读取两个</a:t>
            </a:r>
            <a:r>
              <a:rPr lang="en" altLang="zh-CN" b="0" dirty="0"/>
              <a:t>Uint32</a:t>
            </a:r>
            <a:br>
              <a:rPr lang="en" altLang="zh-CN" b="0" dirty="0"/>
            </a:br>
            <a:r>
              <a:rPr lang="en" altLang="zh-CN" b="0" dirty="0"/>
              <a:t>var t32 = new Uint32Array(ab);</a:t>
            </a:r>
            <a:br>
              <a:rPr lang="en" altLang="zh-CN" b="0" dirty="0"/>
            </a:br>
            <a:r>
              <a:rPr lang="en" altLang="zh-CN" b="0" dirty="0"/>
              <a:t>k = [t32[1],t32[0]]</a:t>
            </a:r>
            <a:br>
              <a:rPr lang="en" altLang="zh-CN" b="0" dirty="0"/>
            </a:br>
            <a:r>
              <a:rPr lang="en" altLang="zh-CN" dirty="0"/>
              <a:t>–&gt;k</a:t>
            </a:r>
            <a:r>
              <a:rPr lang="zh-CN" altLang="en-US" dirty="0"/>
              <a:t>是</a:t>
            </a:r>
            <a:r>
              <a:rPr lang="en-US" altLang="zh-CN" dirty="0"/>
              <a:t>6.953328187651540</a:t>
            </a:r>
            <a:r>
              <a:rPr lang="en" altLang="zh-CN" dirty="0"/>
              <a:t>e-310,</a:t>
            </a:r>
            <a:r>
              <a:rPr lang="zh-CN" altLang="en-US" dirty="0"/>
              <a:t>将字节序列按照</a:t>
            </a:r>
            <a:r>
              <a:rPr lang="en-US" altLang="zh-CN" dirty="0"/>
              <a:t>4</a:t>
            </a:r>
            <a:r>
              <a:rPr lang="zh-CN" altLang="en-US" dirty="0"/>
              <a:t>个字节去分开，然后解释为</a:t>
            </a:r>
            <a:r>
              <a:rPr lang="en" altLang="zh-CN" dirty="0"/>
              <a:t>Uint32,</a:t>
            </a:r>
            <a:r>
              <a:rPr lang="zh-CN" altLang="en-US" dirty="0"/>
              <a:t>于是得到</a:t>
            </a:r>
            <a:r>
              <a:rPr lang="en-US" altLang="zh-CN" dirty="0"/>
              <a:t>:</a:t>
            </a:r>
            <a:br>
              <a:rPr lang="zh-CN" altLang="en-US" b="0" dirty="0"/>
            </a:br>
            <a:r>
              <a:rPr lang="en" altLang="zh-CN" dirty="0"/>
              <a:t>k=[0x00007fff</a:t>
            </a:r>
            <a:r>
              <a:rPr lang="zh-CN" altLang="en" dirty="0"/>
              <a:t>，</a:t>
            </a:r>
            <a:r>
              <a:rPr lang="en" altLang="zh-CN" dirty="0"/>
              <a:t>0xdeadbeef]</a:t>
            </a:r>
            <a:endParaRPr lang="en" altLang="zh-CN" b="0" dirty="0"/>
          </a:p>
          <a:p>
            <a:endParaRPr lang="en-US" altLang="zh-CN" b="0" dirty="0"/>
          </a:p>
          <a:p>
            <a:endParaRPr lang="en-US" altLang="zh-CN" b="0" dirty="0"/>
          </a:p>
          <a:p>
            <a:endParaRPr lang="en-US" altLang="zh-CN" b="0" dirty="0"/>
          </a:p>
        </p:txBody>
      </p:sp>
    </p:spTree>
    <p:extLst>
      <p:ext uri="{BB962C8B-B14F-4D97-AF65-F5344CB8AC3E}">
        <p14:creationId xmlns:p14="http://schemas.microsoft.com/office/powerpoint/2010/main" val="3295950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26</a:t>
            </a:fld>
            <a:endParaRPr lang="zh-CN" altLang="en-US" dirty="0"/>
          </a:p>
        </p:txBody>
      </p:sp>
      <p:pic>
        <p:nvPicPr>
          <p:cNvPr id="2" name="图片 1">
            <a:extLst>
              <a:ext uri="{FF2B5EF4-FFF2-40B4-BE49-F238E27FC236}">
                <a16:creationId xmlns:a16="http://schemas.microsoft.com/office/drawing/2014/main" id="{28C62371-FC76-6443-AAC6-9A357A5591FE}"/>
              </a:ext>
            </a:extLst>
          </p:cNvPr>
          <p:cNvPicPr>
            <a:picLocks noChangeAspect="1"/>
          </p:cNvPicPr>
          <p:nvPr/>
        </p:nvPicPr>
        <p:blipFill>
          <a:blip r:embed="rId3"/>
          <a:stretch>
            <a:fillRect/>
          </a:stretch>
        </p:blipFill>
        <p:spPr>
          <a:xfrm>
            <a:off x="179512" y="1052513"/>
            <a:ext cx="5687859" cy="4377928"/>
          </a:xfrm>
          <a:prstGeom prst="rect">
            <a:avLst/>
          </a:prstGeom>
        </p:spPr>
      </p:pic>
      <p:pic>
        <p:nvPicPr>
          <p:cNvPr id="3" name="图片 2">
            <a:extLst>
              <a:ext uri="{FF2B5EF4-FFF2-40B4-BE49-F238E27FC236}">
                <a16:creationId xmlns:a16="http://schemas.microsoft.com/office/drawing/2014/main" id="{A8CABDB9-92DB-9347-AD09-A90350AB5EC5}"/>
              </a:ext>
            </a:extLst>
          </p:cNvPr>
          <p:cNvPicPr>
            <a:picLocks noChangeAspect="1"/>
          </p:cNvPicPr>
          <p:nvPr/>
        </p:nvPicPr>
        <p:blipFill>
          <a:blip r:embed="rId4"/>
          <a:stretch>
            <a:fillRect/>
          </a:stretch>
        </p:blipFill>
        <p:spPr>
          <a:xfrm>
            <a:off x="5968297" y="2486719"/>
            <a:ext cx="2996191" cy="1884561"/>
          </a:xfrm>
          <a:prstGeom prst="rect">
            <a:avLst/>
          </a:prstGeom>
        </p:spPr>
      </p:pic>
    </p:spTree>
    <p:extLst>
      <p:ext uri="{BB962C8B-B14F-4D97-AF65-F5344CB8AC3E}">
        <p14:creationId xmlns:p14="http://schemas.microsoft.com/office/powerpoint/2010/main" val="225266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27</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en" altLang="zh-CN" b="0" dirty="0"/>
              <a:t>BackingStore</a:t>
            </a:r>
            <a:r>
              <a:rPr lang="zh-CN" altLang="en-US" b="0" dirty="0"/>
              <a:t>是一个不被</a:t>
            </a:r>
            <a:r>
              <a:rPr lang="en" altLang="zh-CN" b="0" dirty="0"/>
              <a:t>GC</a:t>
            </a:r>
            <a:r>
              <a:rPr lang="zh-CN" altLang="en-US" b="0" dirty="0"/>
              <a:t>管理的区域，并且被存放在</a:t>
            </a:r>
            <a:r>
              <a:rPr lang="en" altLang="zh-CN" b="0" dirty="0"/>
              <a:t>heap</a:t>
            </a:r>
            <a:r>
              <a:rPr lang="zh-CN" altLang="en-US" b="0" dirty="0"/>
              <a:t>中</a:t>
            </a:r>
            <a:r>
              <a:rPr lang="en-US" altLang="zh-CN" b="0" dirty="0"/>
              <a:t>(</a:t>
            </a:r>
            <a:r>
              <a:rPr lang="zh-CN" altLang="en-US" b="0" dirty="0"/>
              <a:t>在图中，可以看到</a:t>
            </a:r>
            <a:r>
              <a:rPr lang="en" altLang="zh-CN" b="0" dirty="0"/>
              <a:t>malloc</a:t>
            </a:r>
            <a:r>
              <a:rPr lang="zh-CN" altLang="en-US" b="0" dirty="0"/>
              <a:t>块有</a:t>
            </a:r>
            <a:r>
              <a:rPr lang="en" altLang="zh-CN" b="0" dirty="0"/>
              <a:t>prev_size</a:t>
            </a:r>
            <a:r>
              <a:rPr lang="zh-CN" altLang="en-US" b="0" dirty="0"/>
              <a:t>和</a:t>
            </a:r>
            <a:r>
              <a:rPr lang="en" altLang="zh-CN" b="0" dirty="0"/>
              <a:t>size</a:t>
            </a:r>
            <a:r>
              <a:rPr lang="zh-CN" altLang="en-US" b="0" dirty="0"/>
              <a:t>成员）</a:t>
            </a:r>
            <a:br>
              <a:rPr lang="zh-CN" altLang="en-US" dirty="0"/>
            </a:br>
            <a:r>
              <a:rPr lang="zh-CN" altLang="en-US" b="0" dirty="0"/>
              <a:t>此外，由于它不是由</a:t>
            </a:r>
            <a:r>
              <a:rPr lang="en" altLang="zh-CN" b="0" dirty="0"/>
              <a:t>GC</a:t>
            </a:r>
            <a:r>
              <a:rPr lang="zh-CN" altLang="en-US" b="0" dirty="0"/>
              <a:t>管理的</a:t>
            </a:r>
            <a:r>
              <a:rPr lang="en" altLang="zh-CN" b="0" dirty="0"/>
              <a:t>HeapObject</a:t>
            </a:r>
            <a:r>
              <a:rPr lang="zh-CN" altLang="en" b="0" dirty="0"/>
              <a:t>，</a:t>
            </a:r>
            <a:r>
              <a:rPr lang="zh-CN" altLang="en-US" b="0" dirty="0"/>
              <a:t>因此指向</a:t>
            </a:r>
            <a:r>
              <a:rPr lang="en" altLang="zh-CN" b="0" dirty="0"/>
              <a:t>BackingStore</a:t>
            </a:r>
            <a:r>
              <a:rPr lang="zh-CN" altLang="en-US" b="0" dirty="0"/>
              <a:t>的指针不是</a:t>
            </a:r>
            <a:r>
              <a:rPr lang="en" altLang="zh-CN" b="0" dirty="0"/>
              <a:t>Tagged Value</a:t>
            </a:r>
            <a:r>
              <a:rPr lang="zh-CN" altLang="en" b="0" dirty="0"/>
              <a:t>（</a:t>
            </a:r>
            <a:r>
              <a:rPr lang="zh-CN" altLang="en-US" b="0" dirty="0"/>
              <a:t>末尾不能为</a:t>
            </a:r>
            <a:r>
              <a:rPr lang="en-US" altLang="zh-CN" b="0" dirty="0"/>
              <a:t>1</a:t>
            </a:r>
            <a:r>
              <a:rPr lang="zh-CN" altLang="en-US" b="0" dirty="0"/>
              <a:t>）。</a:t>
            </a:r>
            <a:endParaRPr lang="en-US" altLang="zh-CN" b="0" dirty="0"/>
          </a:p>
          <a:p>
            <a:r>
              <a:rPr lang="zh-CN" altLang="en-US" b="0" dirty="0"/>
              <a:t>虽然在</a:t>
            </a:r>
            <a:r>
              <a:rPr lang="en" altLang="zh-CN" b="0" dirty="0"/>
              <a:t>ArrayBuffer</a:t>
            </a:r>
            <a:r>
              <a:rPr lang="zh-CN" altLang="en-US" b="0" dirty="0"/>
              <a:t>中描述了大小，但如果将此值重写为较大的值，则可以允许读取和写入的长度，超出</a:t>
            </a:r>
            <a:r>
              <a:rPr lang="en" altLang="zh-CN" b="0" dirty="0"/>
              <a:t>BackingStore</a:t>
            </a:r>
            <a:r>
              <a:rPr lang="zh-CN" altLang="en-US" b="0" dirty="0"/>
              <a:t>数组的范围。</a:t>
            </a:r>
            <a:endParaRPr lang="en-US" altLang="zh-CN" b="0" dirty="0"/>
          </a:p>
          <a:p>
            <a:r>
              <a:rPr lang="zh-CN" altLang="en-US" b="0" dirty="0"/>
              <a:t>同样，如果可以重写</a:t>
            </a:r>
            <a:r>
              <a:rPr lang="en" altLang="zh-CN" b="0" dirty="0"/>
              <a:t>BackingStore</a:t>
            </a:r>
            <a:r>
              <a:rPr lang="zh-CN" altLang="en-US" b="0" dirty="0"/>
              <a:t>指针，则可以读取和写入任意内存地址</a:t>
            </a:r>
            <a:endParaRPr lang="en-US" altLang="zh-CN" b="0" dirty="0"/>
          </a:p>
          <a:p>
            <a:endParaRPr lang="en-US" altLang="zh-CN" b="0" dirty="0"/>
          </a:p>
          <a:p>
            <a:endParaRPr lang="en-US" altLang="zh-CN" b="0" dirty="0"/>
          </a:p>
          <a:p>
            <a:endParaRPr lang="en-US" altLang="zh-CN" b="0" dirty="0"/>
          </a:p>
        </p:txBody>
      </p:sp>
    </p:spTree>
    <p:extLst>
      <p:ext uri="{BB962C8B-B14F-4D97-AF65-F5344CB8AC3E}">
        <p14:creationId xmlns:p14="http://schemas.microsoft.com/office/powerpoint/2010/main" val="989835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28</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184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zh-CN" altLang="en-US" b="0" dirty="0"/>
              <a:t>堆喷射</a:t>
            </a:r>
            <a:r>
              <a:rPr lang="en-US" altLang="zh-CN" b="0" dirty="0"/>
              <a:t>(</a:t>
            </a:r>
            <a:r>
              <a:rPr lang="en" altLang="zh-CN" b="0" dirty="0"/>
              <a:t>Heap spray)</a:t>
            </a:r>
            <a:r>
              <a:rPr lang="zh-CN" altLang="en-US" b="0" dirty="0"/>
              <a:t>指的就是通过大量分配内存来填充进程地址空间以便于进一步利用的手段。</a:t>
            </a:r>
            <a:endParaRPr lang="en-US" altLang="zh-CN" b="0" dirty="0"/>
          </a:p>
          <a:p>
            <a:endParaRPr lang="en-US" altLang="zh-CN" b="0" dirty="0"/>
          </a:p>
          <a:p>
            <a:r>
              <a:rPr lang="zh-CN" altLang="zh-CN" b="0" dirty="0"/>
              <a:t>用</a:t>
            </a:r>
            <a:r>
              <a:rPr lang="en-US" altLang="zh-CN" b="0" dirty="0"/>
              <a:t>JavaScript</a:t>
            </a:r>
            <a:r>
              <a:rPr lang="zh-CN" altLang="zh-CN" b="0" dirty="0"/>
              <a:t>脚本创建了很多个</a:t>
            </a:r>
            <a:r>
              <a:rPr lang="en-US" altLang="zh-CN" b="0" dirty="0"/>
              <a:t>string</a:t>
            </a:r>
            <a:r>
              <a:rPr lang="zh-CN" altLang="zh-CN" b="0" dirty="0"/>
              <a:t>对象，在</a:t>
            </a:r>
            <a:r>
              <a:rPr lang="en-US" altLang="zh-CN" b="0" dirty="0"/>
              <a:t>string</a:t>
            </a:r>
            <a:r>
              <a:rPr lang="zh-CN" altLang="zh-CN" b="0" dirty="0"/>
              <a:t>对象中写入一个长长的</a:t>
            </a:r>
            <a:r>
              <a:rPr lang="en-US" altLang="zh-CN" b="0" dirty="0"/>
              <a:t>NOP</a:t>
            </a:r>
            <a:r>
              <a:rPr lang="zh-CN" altLang="zh-CN" b="0" dirty="0"/>
              <a:t>链以及紧接着</a:t>
            </a:r>
            <a:r>
              <a:rPr lang="en-US" altLang="zh-CN" b="0" dirty="0"/>
              <a:t>NOP</a:t>
            </a:r>
            <a:r>
              <a:rPr lang="zh-CN" altLang="zh-CN" b="0" dirty="0"/>
              <a:t>链的一小段</a:t>
            </a:r>
            <a:r>
              <a:rPr lang="en-US" altLang="zh-CN" b="0" dirty="0"/>
              <a:t>shellcode</a:t>
            </a:r>
            <a:r>
              <a:rPr lang="zh-CN" altLang="zh-CN" b="0" dirty="0"/>
              <a:t>。</a:t>
            </a:r>
            <a:r>
              <a:rPr lang="en-US" altLang="zh-CN" b="0" dirty="0"/>
              <a:t>JavaScript runtime</a:t>
            </a:r>
            <a:r>
              <a:rPr lang="zh-CN" altLang="zh-CN" b="0" dirty="0"/>
              <a:t>会把这些</a:t>
            </a:r>
            <a:r>
              <a:rPr lang="en-US" altLang="zh-CN" b="0" dirty="0"/>
              <a:t>string</a:t>
            </a:r>
            <a:r>
              <a:rPr lang="zh-CN" altLang="zh-CN" b="0" dirty="0"/>
              <a:t>对象都存储在堆中。在大约分配了</a:t>
            </a:r>
            <a:r>
              <a:rPr lang="en-US" altLang="zh-CN" b="0" dirty="0"/>
              <a:t>200MB</a:t>
            </a:r>
            <a:r>
              <a:rPr lang="zh-CN" altLang="zh-CN" b="0" dirty="0"/>
              <a:t>的内存给这些</a:t>
            </a:r>
            <a:r>
              <a:rPr lang="en-US" altLang="zh-CN" b="0" dirty="0"/>
              <a:t>string</a:t>
            </a:r>
            <a:r>
              <a:rPr lang="zh-CN" altLang="zh-CN" b="0" dirty="0"/>
              <a:t>对象之后，在</a:t>
            </a:r>
            <a:r>
              <a:rPr lang="en-US" altLang="zh-CN" b="0" dirty="0"/>
              <a:t>50MB</a:t>
            </a:r>
            <a:r>
              <a:rPr lang="zh-CN" altLang="zh-CN" b="0" dirty="0"/>
              <a:t>～</a:t>
            </a:r>
            <a:r>
              <a:rPr lang="en-US" altLang="zh-CN" b="0" dirty="0"/>
              <a:t>200MB</a:t>
            </a:r>
            <a:r>
              <a:rPr lang="zh-CN" altLang="zh-CN" b="0" dirty="0"/>
              <a:t>这段内存中，随意取出一个地址，上面写着的很可能就是</a:t>
            </a:r>
            <a:r>
              <a:rPr lang="en-US" altLang="zh-CN" b="0" dirty="0"/>
              <a:t>NOP</a:t>
            </a:r>
            <a:r>
              <a:rPr lang="zh-CN" altLang="zh-CN" b="0" dirty="0"/>
              <a:t>链中的一环。把某个返回地址覆盖掉，变成这个随意取出的地址之后，我们就能跳到这个</a:t>
            </a:r>
            <a:r>
              <a:rPr lang="en-US" altLang="zh-CN" b="0" dirty="0"/>
              <a:t>NOP</a:t>
            </a:r>
            <a:r>
              <a:rPr lang="zh-CN" altLang="zh-CN" b="0" dirty="0"/>
              <a:t>链上，最终执行</a:t>
            </a:r>
            <a:r>
              <a:rPr lang="en-US" altLang="zh-CN" b="0" dirty="0"/>
              <a:t>Shellcode</a:t>
            </a:r>
            <a:r>
              <a:rPr lang="zh-CN" altLang="zh-CN" b="0" dirty="0"/>
              <a:t>。 </a:t>
            </a:r>
            <a:endParaRPr lang="en-US" altLang="zh-CN" b="0" dirty="0"/>
          </a:p>
          <a:p>
            <a:endParaRPr lang="en-US" altLang="zh-CN" b="0" dirty="0"/>
          </a:p>
          <a:p>
            <a:endParaRPr lang="en-US" altLang="zh-CN" b="0" dirty="0"/>
          </a:p>
          <a:p>
            <a:endParaRPr lang="en-US" altLang="zh-CN" b="0" dirty="0"/>
          </a:p>
        </p:txBody>
      </p:sp>
      <p:sp>
        <p:nvSpPr>
          <p:cNvPr id="2" name="文本框 1">
            <a:extLst>
              <a:ext uri="{FF2B5EF4-FFF2-40B4-BE49-F238E27FC236}">
                <a16:creationId xmlns:a16="http://schemas.microsoft.com/office/drawing/2014/main" id="{1A4E1B5A-83F3-9941-949D-282986A7DA6D}"/>
              </a:ext>
            </a:extLst>
          </p:cNvPr>
          <p:cNvSpPr txBox="1"/>
          <p:nvPr/>
        </p:nvSpPr>
        <p:spPr>
          <a:xfrm>
            <a:off x="74298" y="34636"/>
            <a:ext cx="1980029" cy="480131"/>
          </a:xfrm>
          <a:prstGeom prst="rect">
            <a:avLst/>
          </a:prstGeom>
          <a:noFill/>
        </p:spPr>
        <p:txBody>
          <a:bodyPr wrap="none" rtlCol="0">
            <a:spAutoFit/>
          </a:bodyPr>
          <a:lstStyle/>
          <a:p>
            <a:pPr eaLnBrk="1" hangingPunct="1">
              <a:lnSpc>
                <a:spcPct val="90000"/>
              </a:lnSpc>
              <a:defRPr/>
            </a:pPr>
            <a:r>
              <a:rPr lang="zh-CN" altLang="en-US" sz="2800" b="1" dirty="0">
                <a:solidFill>
                  <a:srgbClr val="622820"/>
                </a:solidFill>
                <a:effectLst>
                  <a:outerShdw blurRad="38100" dist="38100" dir="2700000" algn="tl">
                    <a:srgbClr val="000000">
                      <a:alpha val="43137"/>
                    </a:srgbClr>
                  </a:outerShdw>
                </a:effectLst>
                <a:ea typeface="隶书" panose="02010509060101010101" pitchFamily="49" charset="-122"/>
                <a:cs typeface="+mj-cs"/>
              </a:rPr>
              <a:t>堆喷射技术</a:t>
            </a:r>
          </a:p>
        </p:txBody>
      </p:sp>
    </p:spTree>
    <p:extLst>
      <p:ext uri="{BB962C8B-B14F-4D97-AF65-F5344CB8AC3E}">
        <p14:creationId xmlns:p14="http://schemas.microsoft.com/office/powerpoint/2010/main" val="3699976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29</a:t>
            </a:fld>
            <a:endParaRPr lang="zh-CN" altLang="en-US" dirty="0"/>
          </a:p>
        </p:txBody>
      </p:sp>
      <p:sp>
        <p:nvSpPr>
          <p:cNvPr id="7" name="内容占位符 4">
            <a:extLst>
              <a:ext uri="{FF2B5EF4-FFF2-40B4-BE49-F238E27FC236}">
                <a16:creationId xmlns:a16="http://schemas.microsoft.com/office/drawing/2014/main" id="{81B338F1-A228-4449-9E01-2E5D2DB88D00}"/>
              </a:ext>
            </a:extLst>
          </p:cNvPr>
          <p:cNvSpPr txBox="1">
            <a:spLocks/>
          </p:cNvSpPr>
          <p:nvPr/>
        </p:nvSpPr>
        <p:spPr bwMode="auto">
          <a:xfrm>
            <a:off x="467543" y="332656"/>
            <a:ext cx="8609781" cy="6048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Clr>
                <a:schemeClr val="accent1"/>
              </a:buClr>
              <a:buFont typeface="Wingdings" pitchFamily="2" charset="2"/>
              <a:buChar char="m"/>
              <a:defRPr lang="zh-CN" altLang="en-US" sz="2400" b="1" kern="1200" dirty="0">
                <a:solidFill>
                  <a:schemeClr val="tx1"/>
                </a:solidFill>
                <a:latin typeface="Arial Narrow" pitchFamily="34" charset="0"/>
                <a:ea typeface="微软雅黑" pitchFamily="34" charset="-122"/>
                <a:cs typeface="+mn-cs"/>
              </a:defRPr>
            </a:lvl1pPr>
            <a:lvl2pPr marL="685800" indent="-228600" algn="l" rtl="0" eaLnBrk="1" fontAlgn="base" hangingPunct="1">
              <a:lnSpc>
                <a:spcPct val="90000"/>
              </a:lnSpc>
              <a:spcBef>
                <a:spcPts val="500"/>
              </a:spcBef>
              <a:spcAft>
                <a:spcPct val="0"/>
              </a:spcAft>
              <a:buClr>
                <a:schemeClr val="accent1"/>
              </a:buClr>
              <a:buFont typeface="Wingdings" pitchFamily="2" charset="2"/>
              <a:buChar char="m"/>
              <a:defRPr lang="en-US" altLang="en-US" sz="2000" b="1" kern="1200" dirty="0">
                <a:solidFill>
                  <a:schemeClr val="tx1"/>
                </a:solidFill>
                <a:latin typeface="Arial Narrow" pitchFamily="34" charset="0"/>
                <a:ea typeface="微软雅黑" pitchFamily="34" charset="-122"/>
                <a:cs typeface="+mn-cs"/>
              </a:defRPr>
            </a:lvl2pPr>
            <a:lvl3pPr marL="11430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Clr>
                <a:schemeClr val="accent1"/>
              </a:buClr>
              <a:buFont typeface="Wingdings" pitchFamily="2" charset="2"/>
              <a:buChar char="m"/>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457200" indent="-457200">
              <a:buFont typeface="+mj-lt"/>
              <a:buAutoNum type="arabicPeriod"/>
              <a:defRPr/>
            </a:pPr>
            <a:endParaRPr lang="zh-CN" altLang="en-US" dirty="0"/>
          </a:p>
          <a:p>
            <a:pPr>
              <a:defRPr/>
            </a:pPr>
            <a:endParaRPr lang="zh-CN" altLang="en-US" dirty="0"/>
          </a:p>
          <a:p>
            <a:r>
              <a:rPr lang="zh-CN" altLang="zh-CN" b="0" dirty="0"/>
              <a:t>可以不改写函数的返回地址，而是去改写对象指针或者是对象的虚函数表。 </a:t>
            </a:r>
            <a:endParaRPr lang="en-US" altLang="zh-CN" b="0" dirty="0"/>
          </a:p>
          <a:p>
            <a:r>
              <a:rPr lang="zh-CN" altLang="zh-CN" b="0" dirty="0"/>
              <a:t>首先，我们把一串（偶数个）</a:t>
            </a:r>
            <a:r>
              <a:rPr lang="en-US" altLang="zh-CN" b="0" dirty="0"/>
              <a:t>0x0C</a:t>
            </a:r>
            <a:r>
              <a:rPr lang="zh-CN" altLang="zh-CN" b="0" dirty="0"/>
              <a:t>当成</a:t>
            </a:r>
            <a:r>
              <a:rPr lang="en-US" altLang="zh-CN" b="0" dirty="0"/>
              <a:t>NOP</a:t>
            </a:r>
            <a:r>
              <a:rPr lang="zh-CN" altLang="zh-CN" b="0" dirty="0"/>
              <a:t>链。然后用指向这串</a:t>
            </a:r>
            <a:r>
              <a:rPr lang="en-US" altLang="zh-CN" b="0" dirty="0"/>
              <a:t>NOP</a:t>
            </a:r>
            <a:r>
              <a:rPr lang="zh-CN" altLang="zh-CN" b="0" dirty="0"/>
              <a:t>链的指针覆盖掉对象的指针。这样这个 “假冒的”对象的的虚函数表就成了在</a:t>
            </a:r>
            <a:r>
              <a:rPr lang="en-US" altLang="zh-CN" b="0" dirty="0"/>
              <a:t>0x0C0C0C0C</a:t>
            </a:r>
            <a:r>
              <a:rPr lang="zh-CN" altLang="zh-CN" b="0" dirty="0"/>
              <a:t>上的那张表，这时如果地址</a:t>
            </a:r>
            <a:r>
              <a:rPr lang="en-US" altLang="zh-CN" b="0" dirty="0"/>
              <a:t>0x0C0C0C0C</a:t>
            </a:r>
            <a:r>
              <a:rPr lang="zh-CN" altLang="zh-CN" b="0" dirty="0"/>
              <a:t>上也写上了</a:t>
            </a:r>
            <a:r>
              <a:rPr lang="en-US" altLang="zh-CN" b="0" dirty="0"/>
              <a:t>0x0C</a:t>
            </a:r>
            <a:r>
              <a:rPr lang="zh-CN" altLang="zh-CN" b="0" dirty="0"/>
              <a:t>组成的</a:t>
            </a:r>
            <a:r>
              <a:rPr lang="en-US" altLang="zh-CN" b="0" dirty="0"/>
              <a:t>NOP</a:t>
            </a:r>
            <a:r>
              <a:rPr lang="zh-CN" altLang="zh-CN" b="0" dirty="0"/>
              <a:t>链，那么调用任何对象的虚函数都会绕回这串</a:t>
            </a:r>
            <a:r>
              <a:rPr lang="en-US" altLang="zh-CN" b="0" dirty="0"/>
              <a:t>0x0C</a:t>
            </a:r>
            <a:r>
              <a:rPr lang="zh-CN" altLang="zh-CN" b="0" dirty="0"/>
              <a:t>组成的</a:t>
            </a:r>
            <a:r>
              <a:rPr lang="en-US" altLang="zh-CN" b="0" dirty="0"/>
              <a:t>NOP</a:t>
            </a:r>
            <a:r>
              <a:rPr lang="zh-CN" altLang="zh-CN" b="0" dirty="0"/>
              <a:t>链，最终执行我们的</a:t>
            </a:r>
            <a:r>
              <a:rPr lang="en-US" altLang="zh-CN" b="0" dirty="0"/>
              <a:t>shellcode</a:t>
            </a:r>
            <a:r>
              <a:rPr lang="zh-CN" altLang="zh-CN" b="0" dirty="0"/>
              <a:t>。 </a:t>
            </a:r>
            <a:endParaRPr lang="en-US" altLang="zh-CN" b="0" dirty="0"/>
          </a:p>
          <a:p>
            <a:endParaRPr lang="en-US" altLang="zh-CN" b="0" dirty="0"/>
          </a:p>
          <a:p>
            <a:endParaRPr lang="en-US" altLang="zh-CN" b="0" dirty="0"/>
          </a:p>
        </p:txBody>
      </p:sp>
      <p:sp>
        <p:nvSpPr>
          <p:cNvPr id="2" name="文本框 1">
            <a:extLst>
              <a:ext uri="{FF2B5EF4-FFF2-40B4-BE49-F238E27FC236}">
                <a16:creationId xmlns:a16="http://schemas.microsoft.com/office/drawing/2014/main" id="{1A4E1B5A-83F3-9941-949D-282986A7DA6D}"/>
              </a:ext>
            </a:extLst>
          </p:cNvPr>
          <p:cNvSpPr txBox="1"/>
          <p:nvPr/>
        </p:nvSpPr>
        <p:spPr>
          <a:xfrm>
            <a:off x="74298" y="34636"/>
            <a:ext cx="2698175" cy="480131"/>
          </a:xfrm>
          <a:prstGeom prst="rect">
            <a:avLst/>
          </a:prstGeom>
          <a:noFill/>
        </p:spPr>
        <p:txBody>
          <a:bodyPr wrap="none" rtlCol="0">
            <a:spAutoFit/>
          </a:bodyPr>
          <a:lstStyle/>
          <a:p>
            <a:pPr eaLnBrk="1" hangingPunct="1">
              <a:lnSpc>
                <a:spcPct val="90000"/>
              </a:lnSpc>
              <a:defRPr/>
            </a:pPr>
            <a:r>
              <a:rPr lang="zh-CN" altLang="en-US" sz="2800" b="1" dirty="0">
                <a:solidFill>
                  <a:srgbClr val="622820"/>
                </a:solidFill>
                <a:effectLst>
                  <a:outerShdw blurRad="38100" dist="38100" dir="2700000" algn="tl">
                    <a:srgbClr val="000000">
                      <a:alpha val="43137"/>
                    </a:srgbClr>
                  </a:outerShdw>
                </a:effectLst>
                <a:ea typeface="隶书" panose="02010509060101010101" pitchFamily="49" charset="-122"/>
                <a:cs typeface="+mj-cs"/>
              </a:rPr>
              <a:t>堆喷射技术改进</a:t>
            </a:r>
          </a:p>
        </p:txBody>
      </p:sp>
      <p:pic>
        <p:nvPicPr>
          <p:cNvPr id="6" name="图片 5">
            <a:extLst>
              <a:ext uri="{FF2B5EF4-FFF2-40B4-BE49-F238E27FC236}">
                <a16:creationId xmlns:a16="http://schemas.microsoft.com/office/drawing/2014/main" id="{AFA3725A-3550-5846-A4FA-4DDF5F0BF1E8}"/>
              </a:ext>
            </a:extLst>
          </p:cNvPr>
          <p:cNvPicPr>
            <a:picLocks noChangeAspect="1"/>
          </p:cNvPicPr>
          <p:nvPr/>
        </p:nvPicPr>
        <p:blipFill>
          <a:blip r:embed="rId3"/>
          <a:stretch>
            <a:fillRect/>
          </a:stretch>
        </p:blipFill>
        <p:spPr>
          <a:xfrm>
            <a:off x="538270" y="4186204"/>
            <a:ext cx="8161982" cy="2195124"/>
          </a:xfrm>
          <a:prstGeom prst="rect">
            <a:avLst/>
          </a:prstGeom>
        </p:spPr>
      </p:pic>
    </p:spTree>
    <p:extLst>
      <p:ext uri="{BB962C8B-B14F-4D97-AF65-F5344CB8AC3E}">
        <p14:creationId xmlns:p14="http://schemas.microsoft.com/office/powerpoint/2010/main" val="4021612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内容占位符 4"/>
          <p:cNvSpPr>
            <a:spLocks noGrp="1"/>
          </p:cNvSpPr>
          <p:nvPr>
            <p:ph idx="4294967295"/>
          </p:nvPr>
        </p:nvSpPr>
        <p:spPr>
          <a:xfrm>
            <a:off x="0" y="1052513"/>
            <a:ext cx="7886700" cy="5329237"/>
          </a:xfrm>
        </p:spPr>
        <p:txBody>
          <a:bodyPr/>
          <a:lstStyle/>
          <a:p>
            <a:pPr marL="457200" indent="-457200" eaLnBrk="1" hangingPunct="1">
              <a:buFont typeface="+mj-lt"/>
              <a:buAutoNum type="arabicPeriod"/>
              <a:defRPr/>
            </a:pPr>
            <a:endParaRPr lang="en-US" altLang="zh-CN" dirty="0"/>
          </a:p>
          <a:p>
            <a:pPr eaLnBrk="1" hangingPunct="1">
              <a:defRPr/>
            </a:pPr>
            <a:endParaRPr lang="en-US" altLang="zh-CN" dirty="0"/>
          </a:p>
          <a:p>
            <a:pPr eaLnBrk="1" hangingPunct="1">
              <a:defRPr/>
            </a:pPr>
            <a:endParaRPr lang="zh-CN" altLang="zh-CN" b="0" dirty="0"/>
          </a:p>
        </p:txBody>
      </p:sp>
      <p:sp>
        <p:nvSpPr>
          <p:cNvPr id="4" name="灯片编号占位符 3">
            <a:extLst>
              <a:ext uri="{FF2B5EF4-FFF2-40B4-BE49-F238E27FC236}">
                <a16:creationId xmlns:a16="http://schemas.microsoft.com/office/drawing/2014/main" id="{59DB1BA2-E5E7-0E4E-9F3B-6290526B7332}"/>
              </a:ext>
            </a:extLst>
          </p:cNvPr>
          <p:cNvSpPr>
            <a:spLocks noGrp="1"/>
          </p:cNvSpPr>
          <p:nvPr>
            <p:ph type="sldNum" sz="quarter" idx="10"/>
          </p:nvPr>
        </p:nvSpPr>
        <p:spPr/>
        <p:txBody>
          <a:bodyPr/>
          <a:lstStyle/>
          <a:p>
            <a:fld id="{8A6D26B4-866C-4665-A6B1-E1D86A7FEB5A}" type="slidenum">
              <a:rPr lang="zh-CN" altLang="en-US" smtClean="0"/>
              <a:pPr/>
              <a:t>30</a:t>
            </a:fld>
            <a:endParaRPr lang="zh-CN" altLang="en-US" dirty="0"/>
          </a:p>
        </p:txBody>
      </p:sp>
      <p:pic>
        <p:nvPicPr>
          <p:cNvPr id="2" name="图片 1">
            <a:extLst>
              <a:ext uri="{FF2B5EF4-FFF2-40B4-BE49-F238E27FC236}">
                <a16:creationId xmlns:a16="http://schemas.microsoft.com/office/drawing/2014/main" id="{F3FC0DE8-BB80-F845-83FD-CE091D5AF899}"/>
              </a:ext>
            </a:extLst>
          </p:cNvPr>
          <p:cNvPicPr>
            <a:picLocks noChangeAspect="1"/>
          </p:cNvPicPr>
          <p:nvPr/>
        </p:nvPicPr>
        <p:blipFill>
          <a:blip r:embed="rId2"/>
          <a:stretch>
            <a:fillRect/>
          </a:stretch>
        </p:blipFill>
        <p:spPr>
          <a:xfrm>
            <a:off x="1568748" y="620688"/>
            <a:ext cx="6006503" cy="5904656"/>
          </a:xfrm>
          <a:prstGeom prst="rect">
            <a:avLst/>
          </a:prstGeom>
        </p:spPr>
      </p:pic>
    </p:spTree>
    <p:extLst>
      <p:ext uri="{BB962C8B-B14F-4D97-AF65-F5344CB8AC3E}">
        <p14:creationId xmlns:p14="http://schemas.microsoft.com/office/powerpoint/2010/main" val="1672490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2"/>
          <p:cNvSpPr>
            <a:spLocks noGrp="1"/>
          </p:cNvSpPr>
          <p:nvPr/>
        </p:nvSpPr>
        <p:spPr>
          <a:xfrm>
            <a:off x="3419475" y="6021388"/>
            <a:ext cx="2432050" cy="425450"/>
          </a:xfrm>
          <a:prstGeom prst="rect">
            <a:avLst/>
          </a:prstGeom>
          <a:noFill/>
          <a:ln w="9525">
            <a:noFill/>
            <a:miter/>
          </a:ln>
        </p:spPr>
        <p:txBody>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endParaRPr lang="en-US" altLang="zh-CN" sz="2800" b="1" noProof="1">
              <a:solidFill>
                <a:schemeClr val="accent1">
                  <a:lumMod val="50000"/>
                </a:schemeClr>
              </a:solidFill>
              <a:effectLst>
                <a:outerShdw blurRad="38100" dist="38100" dir="2700000" algn="tl">
                  <a:srgbClr val="000000">
                    <a:alpha val="43137"/>
                  </a:srgbClr>
                </a:outerShdw>
              </a:effectLst>
              <a:latin typeface="Californian FB" pitchFamily="18" charset="0"/>
              <a:ea typeface="方正姚体" charset="0"/>
            </a:endParaRPr>
          </a:p>
        </p:txBody>
      </p:sp>
      <p:sp>
        <p:nvSpPr>
          <p:cNvPr id="9" name="文本框 8"/>
          <p:cNvSpPr txBox="1"/>
          <p:nvPr/>
        </p:nvSpPr>
        <p:spPr>
          <a:xfrm>
            <a:off x="1988" y="-72000"/>
            <a:ext cx="9142012" cy="523220"/>
          </a:xfrm>
          <a:prstGeom prst="rect">
            <a:avLst/>
          </a:prstGeom>
          <a:solidFill>
            <a:srgbClr val="D8F6F8"/>
          </a:solidFill>
        </p:spPr>
        <p:txBody>
          <a:bodyPr wrap="square">
            <a:spAutoFit/>
          </a:bodyPr>
          <a:lstStyle/>
          <a:p>
            <a:pPr algn="ctr" eaLnBrk="1" hangingPunct="1">
              <a:buFont typeface="Arial" panose="020B0604020202020204" pitchFamily="34" charset="0"/>
              <a:buNone/>
              <a:defRPr/>
            </a:pPr>
            <a:r>
              <a:rPr lang="zh-CN" altLang="en-US" sz="2800" b="1" noProof="1">
                <a:solidFill>
                  <a:srgbClr val="622820"/>
                </a:solidFill>
                <a:effectLst>
                  <a:outerShdw blurRad="38100" dist="38100" dir="2700000" algn="tl">
                    <a:srgbClr val="000000">
                      <a:alpha val="43137"/>
                    </a:srgbClr>
                  </a:outerShdw>
                </a:effectLst>
                <a:latin typeface="隶书" charset="0"/>
                <a:ea typeface="隶书" charset="0"/>
                <a:cs typeface="+mn-ea"/>
                <a:sym typeface="+mn-ea"/>
              </a:rPr>
              <a:t>中国科学院大学网络空间安全学院专业研讨课</a:t>
            </a:r>
            <a:endParaRPr lang="zh-CN" altLang="en-US" sz="2800" b="1" noProof="1">
              <a:solidFill>
                <a:srgbClr val="622820"/>
              </a:solidFill>
              <a:effectLst>
                <a:outerShdw blurRad="38100" dist="38100" dir="2700000" algn="tl">
                  <a:srgbClr val="000000">
                    <a:alpha val="43137"/>
                  </a:srgbClr>
                </a:outerShdw>
              </a:effectLst>
              <a:latin typeface="隶书" charset="0"/>
              <a:ea typeface="隶书" charset="0"/>
              <a:sym typeface="+mn-ea"/>
            </a:endParaRPr>
          </a:p>
        </p:txBody>
      </p:sp>
      <p:sp>
        <p:nvSpPr>
          <p:cNvPr id="10" name="副标题 2">
            <a:extLst>
              <a:ext uri="{FF2B5EF4-FFF2-40B4-BE49-F238E27FC236}">
                <a16:creationId xmlns:a16="http://schemas.microsoft.com/office/drawing/2014/main" id="{983AECA0-8A39-4344-B081-978A1FB8B3F5}"/>
              </a:ext>
            </a:extLst>
          </p:cNvPr>
          <p:cNvSpPr>
            <a:spLocks noGrp="1"/>
          </p:cNvSpPr>
          <p:nvPr/>
        </p:nvSpPr>
        <p:spPr>
          <a:xfrm>
            <a:off x="2843808" y="2487118"/>
            <a:ext cx="2880201" cy="1498600"/>
          </a:xfrm>
          <a:prstGeom prst="rect">
            <a:avLst/>
          </a:prstGeom>
          <a:noFill/>
          <a:ln w="9525">
            <a:noFill/>
            <a:miter/>
          </a:ln>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CN"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charset="0"/>
              </a:rPr>
              <a:t>Q&amp;A</a:t>
            </a:r>
            <a:endParaRPr lang="zh-CN" altLang="en-US" sz="96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Footlight MT Light" pitchFamily="18" charset="0"/>
              <a:ea typeface="楷体" charset="0"/>
            </a:endParaRPr>
          </a:p>
          <a:p>
            <a:pPr>
              <a:defRPr/>
            </a:pPr>
            <a:endParaRPr lang="zh-CN" altLang="en-US" sz="5400" b="1" spc="50" noProof="1">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楷体" charset="0"/>
              <a:ea typeface="楷体" charset="0"/>
            </a:endParaRPr>
          </a:p>
        </p:txBody>
      </p:sp>
      <p:sp>
        <p:nvSpPr>
          <p:cNvPr id="2" name="文本占位符 1"/>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FE9FF6-9B70-BD47-867F-3191B749762A}"/>
              </a:ext>
            </a:extLst>
          </p:cNvPr>
          <p:cNvSpPr>
            <a:spLocks noGrp="1"/>
          </p:cNvSpPr>
          <p:nvPr>
            <p:ph type="sldNum" sz="quarter" idx="10"/>
          </p:nvPr>
        </p:nvSpPr>
        <p:spPr/>
        <p:txBody>
          <a:bodyPr/>
          <a:lstStyle/>
          <a:p>
            <a:fld id="{8A6D26B4-866C-4665-A6B1-E1D86A7FEB5A}" type="slidenum">
              <a:rPr lang="zh-CN" altLang="en-US" smtClean="0"/>
              <a:pPr/>
              <a:t>31</a:t>
            </a:fld>
            <a:endParaRPr lang="zh-CN" altLang="en-US" dirty="0"/>
          </a:p>
        </p:txBody>
      </p:sp>
    </p:spTree>
    <p:custDataLst>
      <p:tags r:id="rId1"/>
    </p:custDataLst>
    <p:extLst>
      <p:ext uri="{BB962C8B-B14F-4D97-AF65-F5344CB8AC3E}">
        <p14:creationId xmlns:p14="http://schemas.microsoft.com/office/powerpoint/2010/main" val="1863226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457"/>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457"/>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457"/>
</p:tagLst>
</file>

<file path=ppt/theme/theme1.xml><?xml version="1.0" encoding="utf-8"?>
<a:theme xmlns:a="http://schemas.openxmlformats.org/drawingml/2006/main" name="A000120140530A99PPBG">
  <a:themeElements>
    <a:clrScheme name="457.17">
      <a:dk1>
        <a:srgbClr val="47494B"/>
      </a:dk1>
      <a:lt1>
        <a:srgbClr val="FFFFFF"/>
      </a:lt1>
      <a:dk2>
        <a:srgbClr val="454749"/>
      </a:dk2>
      <a:lt2>
        <a:srgbClr val="FFFFFF"/>
      </a:lt2>
      <a:accent1>
        <a:srgbClr val="22B1DE"/>
      </a:accent1>
      <a:accent2>
        <a:srgbClr val="0B99F9"/>
      </a:accent2>
      <a:accent3>
        <a:srgbClr val="7B93D7"/>
      </a:accent3>
      <a:accent4>
        <a:srgbClr val="8980CE"/>
      </a:accent4>
      <a:accent5>
        <a:srgbClr val="3DBFD1"/>
      </a:accent5>
      <a:accent6>
        <a:srgbClr val="FFC000"/>
      </a:accent6>
      <a:hlink>
        <a:srgbClr val="92D050"/>
      </a:hlink>
      <a:folHlink>
        <a:srgbClr val="AFB2B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软件安全与脆弱性分析2017秋季（高对比度，自用模板）" id="{94E05BF4-BF8E-413D-A4B3-622970EC04C7}" vid="{A615E6FF-DD63-489A-B130-35253202B7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软件安全原理(2018-2019秋季） 课程设计 zw 201806</Template>
  <TotalTime>15105</TotalTime>
  <Pages>0</Pages>
  <Words>1195</Words>
  <Characters>0</Characters>
  <Application>Microsoft Macintosh PowerPoint</Application>
  <DocSecurity>0</DocSecurity>
  <PresentationFormat>全屏显示(4:3)</PresentationFormat>
  <Lines>0</Lines>
  <Paragraphs>242</Paragraphs>
  <Slides>31</Slides>
  <Notes>11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华文中宋</vt:lpstr>
      <vt:lpstr>楷体</vt:lpstr>
      <vt:lpstr>隶书</vt:lpstr>
      <vt:lpstr>微软雅黑</vt:lpstr>
      <vt:lpstr>幼圆</vt:lpstr>
      <vt:lpstr>Arial</vt:lpstr>
      <vt:lpstr>Arial Narrow</vt:lpstr>
      <vt:lpstr>Bodoni MT Condensed</vt:lpstr>
      <vt:lpstr>Calibri</vt:lpstr>
      <vt:lpstr>Californian FB</vt:lpstr>
      <vt:lpstr>Footlight MT Light</vt:lpstr>
      <vt:lpstr>Times New Roman</vt:lpstr>
      <vt:lpstr>Wingdings</vt:lpstr>
      <vt:lpstr>A000120140530A99PPBG</vt:lpstr>
      <vt:lpstr>PowerPoint 演示文稿</vt:lpstr>
      <vt:lpstr>PowerPoint 演示文稿</vt:lpstr>
      <vt:lpstr>PowerPoint 演示文稿</vt:lpstr>
      <vt:lpstr>PowerPoint 演示文稿</vt:lpstr>
      <vt:lpstr>PowerPoint 演示文稿</vt:lpstr>
      <vt:lpstr>Js引擎</vt:lpstr>
      <vt:lpstr>v8</vt:lpstr>
      <vt:lpstr>V8编译器</vt:lpstr>
      <vt:lpstr>Hidden class</vt:lpstr>
      <vt:lpstr>class生成</vt:lpstr>
      <vt:lpstr>class生成</vt:lpstr>
      <vt:lpstr>class生成</vt:lpstr>
      <vt:lpstr>属性管理 </vt:lpstr>
      <vt:lpstr>Hiden class </vt:lpstr>
      <vt:lpstr>GC机制</vt:lpstr>
      <vt:lpstr>GC机制</vt:lpstr>
      <vt:lpstr>GC机制</vt:lpstr>
      <vt:lpstr>Object特性</vt:lpstr>
      <vt:lpstr>Tagged value</vt:lpstr>
      <vt:lpstr>PowerPoint 演示文稿</vt:lpstr>
      <vt:lpstr>PowerPoint 演示文稿</vt:lpstr>
      <vt:lpstr>object内存布局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邹维</dc:creator>
  <cp:lastModifiedBy>赵 佳旭</cp:lastModifiedBy>
  <cp:revision>105</cp:revision>
  <dcterms:created xsi:type="dcterms:W3CDTF">2018-06-26T07:11:17Z</dcterms:created>
  <dcterms:modified xsi:type="dcterms:W3CDTF">2019-09-24T11:18:00Z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